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6"/>
  </p:notesMasterIdLst>
  <p:sldIdLst>
    <p:sldId id="256" r:id="rId2"/>
    <p:sldId id="259" r:id="rId3"/>
    <p:sldId id="303" r:id="rId4"/>
    <p:sldId id="262" r:id="rId5"/>
    <p:sldId id="304" r:id="rId6"/>
    <p:sldId id="264" r:id="rId7"/>
    <p:sldId id="307" r:id="rId8"/>
    <p:sldId id="309" r:id="rId9"/>
    <p:sldId id="305" r:id="rId10"/>
    <p:sldId id="306" r:id="rId11"/>
    <p:sldId id="308" r:id="rId12"/>
    <p:sldId id="310" r:id="rId13"/>
    <p:sldId id="311" r:id="rId14"/>
    <p:sldId id="280" r:id="rId15"/>
  </p:sldIdLst>
  <p:sldSz cx="9144000" cy="5143500" type="screen16x9"/>
  <p:notesSz cx="6858000" cy="9144000"/>
  <p:embeddedFontLst>
    <p:embeddedFont>
      <p:font typeface="Anaheim" panose="020B0604020202020204" charset="0"/>
      <p:regular r:id="rId17"/>
      <p:bold r:id="rId18"/>
    </p:embeddedFont>
    <p:embeddedFont>
      <p:font typeface="Lexend Exa" panose="020B0604020202020204" charset="0"/>
      <p:regular r:id="rId19"/>
      <p:bold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3A02"/>
    <a:srgbClr val="091529"/>
    <a:srgbClr val="19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6A8189-9EAD-47D7-A03C-AC41D80FA953}">
  <a:tblStyle styleId="{3E6A8189-9EAD-47D7-A03C-AC41D80FA9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2" autoAdjust="0"/>
    <p:restoredTop sz="94660"/>
  </p:normalViewPr>
  <p:slideViewPr>
    <p:cSldViewPr snapToGrid="0">
      <p:cViewPr varScale="1">
        <p:scale>
          <a:sx n="85" d="100"/>
          <a:sy n="85" d="100"/>
        </p:scale>
        <p:origin x="9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d362d286f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d362d286f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d362d286f3_1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d362d286f3_1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>
          <a:extLst>
            <a:ext uri="{FF2B5EF4-FFF2-40B4-BE49-F238E27FC236}">
              <a16:creationId xmlns:a16="http://schemas.microsoft.com/office/drawing/2014/main" id="{07D9DA31-2E02-FFD5-632B-3F1686D38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eab6b553f7_0_1252:notes">
            <a:extLst>
              <a:ext uri="{FF2B5EF4-FFF2-40B4-BE49-F238E27FC236}">
                <a16:creationId xmlns:a16="http://schemas.microsoft.com/office/drawing/2014/main" id="{AD73E67A-6021-1BDB-D695-9767C6F006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eab6b553f7_0_1252:notes">
            <a:extLst>
              <a:ext uri="{FF2B5EF4-FFF2-40B4-BE49-F238E27FC236}">
                <a16:creationId xmlns:a16="http://schemas.microsoft.com/office/drawing/2014/main" id="{CD027121-7381-E16A-0F9B-DB9185FDD7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987089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d362d286f3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d362d286f3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>
          <a:extLst>
            <a:ext uri="{FF2B5EF4-FFF2-40B4-BE49-F238E27FC236}">
              <a16:creationId xmlns:a16="http://schemas.microsoft.com/office/drawing/2014/main" id="{8E9B8B3E-7320-9868-8F51-C0FC71F84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eab6b553f7_0_1252:notes">
            <a:extLst>
              <a:ext uri="{FF2B5EF4-FFF2-40B4-BE49-F238E27FC236}">
                <a16:creationId xmlns:a16="http://schemas.microsoft.com/office/drawing/2014/main" id="{47E13D69-9422-8325-42E7-2ECD673A65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eab6b553f7_0_1252:notes">
            <a:extLst>
              <a:ext uri="{FF2B5EF4-FFF2-40B4-BE49-F238E27FC236}">
                <a16:creationId xmlns:a16="http://schemas.microsoft.com/office/drawing/2014/main" id="{5A8D1EF9-982E-4D28-C185-E844D75D01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7325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d362d286f3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d362d286f3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>
          <a:extLst>
            <a:ext uri="{FF2B5EF4-FFF2-40B4-BE49-F238E27FC236}">
              <a16:creationId xmlns:a16="http://schemas.microsoft.com/office/drawing/2014/main" id="{7D5CF13D-2C57-5A18-DB2A-05F7A14D8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eab6b553f7_0_1252:notes">
            <a:extLst>
              <a:ext uri="{FF2B5EF4-FFF2-40B4-BE49-F238E27FC236}">
                <a16:creationId xmlns:a16="http://schemas.microsoft.com/office/drawing/2014/main" id="{93254923-E05D-075A-3A36-4DBB816FE4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eab6b553f7_0_1252:notes">
            <a:extLst>
              <a:ext uri="{FF2B5EF4-FFF2-40B4-BE49-F238E27FC236}">
                <a16:creationId xmlns:a16="http://schemas.microsoft.com/office/drawing/2014/main" id="{08B69203-6201-B8CD-D38F-F082E95DDD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7348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>
          <a:extLst>
            <a:ext uri="{FF2B5EF4-FFF2-40B4-BE49-F238E27FC236}">
              <a16:creationId xmlns:a16="http://schemas.microsoft.com/office/drawing/2014/main" id="{AFF0D9A1-3060-1990-6550-B580361C6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d362d286f3_1_39:notes">
            <a:extLst>
              <a:ext uri="{FF2B5EF4-FFF2-40B4-BE49-F238E27FC236}">
                <a16:creationId xmlns:a16="http://schemas.microsoft.com/office/drawing/2014/main" id="{2B03D463-23CC-B779-FAD5-60F4A1BF9B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d362d286f3_1_39:notes">
            <a:extLst>
              <a:ext uri="{FF2B5EF4-FFF2-40B4-BE49-F238E27FC236}">
                <a16:creationId xmlns:a16="http://schemas.microsoft.com/office/drawing/2014/main" id="{8F9ECD16-155F-8E2D-283A-FBB8220884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9461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>
          <a:extLst>
            <a:ext uri="{FF2B5EF4-FFF2-40B4-BE49-F238E27FC236}">
              <a16:creationId xmlns:a16="http://schemas.microsoft.com/office/drawing/2014/main" id="{36002FBF-F332-2AEF-DB62-4F4ECFF2C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d362d286f3_1_39:notes">
            <a:extLst>
              <a:ext uri="{FF2B5EF4-FFF2-40B4-BE49-F238E27FC236}">
                <a16:creationId xmlns:a16="http://schemas.microsoft.com/office/drawing/2014/main" id="{67B8CA1D-7F52-844A-9C1F-DB5BE7D3D0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d362d286f3_1_39:notes">
            <a:extLst>
              <a:ext uri="{FF2B5EF4-FFF2-40B4-BE49-F238E27FC236}">
                <a16:creationId xmlns:a16="http://schemas.microsoft.com/office/drawing/2014/main" id="{ED1C6A64-1A60-C20B-287B-4485303053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808223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>
          <a:extLst>
            <a:ext uri="{FF2B5EF4-FFF2-40B4-BE49-F238E27FC236}">
              <a16:creationId xmlns:a16="http://schemas.microsoft.com/office/drawing/2014/main" id="{30C53926-4A7E-7CE9-D7AC-54C22C155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eab6b553f7_0_1252:notes">
            <a:extLst>
              <a:ext uri="{FF2B5EF4-FFF2-40B4-BE49-F238E27FC236}">
                <a16:creationId xmlns:a16="http://schemas.microsoft.com/office/drawing/2014/main" id="{F4D630A7-6DDB-274A-9535-7EE8B5E742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eab6b553f7_0_1252:notes">
            <a:extLst>
              <a:ext uri="{FF2B5EF4-FFF2-40B4-BE49-F238E27FC236}">
                <a16:creationId xmlns:a16="http://schemas.microsoft.com/office/drawing/2014/main" id="{6C6DF5E4-C6DE-4ED6-1AA4-6D9C85AE31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72321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>
          <a:extLst>
            <a:ext uri="{FF2B5EF4-FFF2-40B4-BE49-F238E27FC236}">
              <a16:creationId xmlns:a16="http://schemas.microsoft.com/office/drawing/2014/main" id="{23100666-7318-0434-360A-1B0A0E4B1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d362d286f3_1_39:notes">
            <a:extLst>
              <a:ext uri="{FF2B5EF4-FFF2-40B4-BE49-F238E27FC236}">
                <a16:creationId xmlns:a16="http://schemas.microsoft.com/office/drawing/2014/main" id="{F1D530CF-0468-6D7C-2B7F-C8C7BA919D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d362d286f3_1_39:notes">
            <a:extLst>
              <a:ext uri="{FF2B5EF4-FFF2-40B4-BE49-F238E27FC236}">
                <a16:creationId xmlns:a16="http://schemas.microsoft.com/office/drawing/2014/main" id="{CDD7A344-8EB8-C6E3-C439-513F3291BE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80931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7">
          <a:extLst>
            <a:ext uri="{FF2B5EF4-FFF2-40B4-BE49-F238E27FC236}">
              <a16:creationId xmlns:a16="http://schemas.microsoft.com/office/drawing/2014/main" id="{901DB3FB-66FE-C016-ABD5-B62FFDC80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eab6b553f7_0_1252:notes">
            <a:extLst>
              <a:ext uri="{FF2B5EF4-FFF2-40B4-BE49-F238E27FC236}">
                <a16:creationId xmlns:a16="http://schemas.microsoft.com/office/drawing/2014/main" id="{3A58E918-4166-D590-787E-2466E0D3D6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eab6b553f7_0_1252:notes">
            <a:extLst>
              <a:ext uri="{FF2B5EF4-FFF2-40B4-BE49-F238E27FC236}">
                <a16:creationId xmlns:a16="http://schemas.microsoft.com/office/drawing/2014/main" id="{74FFC8C0-74F3-70E3-7045-179DE01943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4771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5">
          <a:extLst>
            <a:ext uri="{FF2B5EF4-FFF2-40B4-BE49-F238E27FC236}">
              <a16:creationId xmlns:a16="http://schemas.microsoft.com/office/drawing/2014/main" id="{8297EDBD-8D3A-D3B6-A0E8-CBD560439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d362d286f3_1_39:notes">
            <a:extLst>
              <a:ext uri="{FF2B5EF4-FFF2-40B4-BE49-F238E27FC236}">
                <a16:creationId xmlns:a16="http://schemas.microsoft.com/office/drawing/2014/main" id="{B1CAD818-D01B-1249-5ADD-49C5C533C2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d362d286f3_1_39:notes">
            <a:extLst>
              <a:ext uri="{FF2B5EF4-FFF2-40B4-BE49-F238E27FC236}">
                <a16:creationId xmlns:a16="http://schemas.microsoft.com/office/drawing/2014/main" id="{083C0B5E-F499-C695-1054-CC05713987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14134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d362d286f3_1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1" name="Google Shape;1401;gd362d286f3_1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49650" y="-79950"/>
            <a:ext cx="9243300" cy="5303400"/>
            <a:chOff x="-49650" y="-79950"/>
            <a:chExt cx="9243300" cy="5303400"/>
          </a:xfrm>
        </p:grpSpPr>
        <p:cxnSp>
          <p:nvCxnSpPr>
            <p:cNvPr id="10" name="Google Shape;10;p2"/>
            <p:cNvCxnSpPr/>
            <p:nvPr/>
          </p:nvCxnSpPr>
          <p:spPr>
            <a:xfrm rot="10800000">
              <a:off x="32317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>
              <a:off x="-49650" y="861161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-49650" y="1349897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-49650" y="1838633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-49650" y="2327369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-49650" y="2816106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-49650" y="3304842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-49650" y="3793578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2"/>
            <p:cNvCxnSpPr/>
            <p:nvPr/>
          </p:nvCxnSpPr>
          <p:spPr>
            <a:xfrm>
              <a:off x="-49650" y="4282314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>
              <a:off x="-49650" y="4771050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0;p2"/>
            <p:cNvCxnSpPr/>
            <p:nvPr/>
          </p:nvCxnSpPr>
          <p:spPr>
            <a:xfrm rot="10800000">
              <a:off x="97684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2"/>
            <p:cNvCxnSpPr/>
            <p:nvPr/>
          </p:nvCxnSpPr>
          <p:spPr>
            <a:xfrm rot="10800000">
              <a:off x="163050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2;p2"/>
            <p:cNvCxnSpPr/>
            <p:nvPr/>
          </p:nvCxnSpPr>
          <p:spPr>
            <a:xfrm rot="10800000">
              <a:off x="228417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23;p2"/>
            <p:cNvCxnSpPr/>
            <p:nvPr/>
          </p:nvCxnSpPr>
          <p:spPr>
            <a:xfrm>
              <a:off x="-49650" y="372425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24;p2"/>
            <p:cNvCxnSpPr/>
            <p:nvPr/>
          </p:nvCxnSpPr>
          <p:spPr>
            <a:xfrm rot="10800000">
              <a:off x="293783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25;p2"/>
            <p:cNvCxnSpPr/>
            <p:nvPr/>
          </p:nvCxnSpPr>
          <p:spPr>
            <a:xfrm rot="10800000">
              <a:off x="359150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2"/>
            <p:cNvCxnSpPr/>
            <p:nvPr/>
          </p:nvCxnSpPr>
          <p:spPr>
            <a:xfrm rot="10800000">
              <a:off x="424516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2"/>
            <p:cNvCxnSpPr/>
            <p:nvPr/>
          </p:nvCxnSpPr>
          <p:spPr>
            <a:xfrm rot="10800000">
              <a:off x="489883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2"/>
            <p:cNvCxnSpPr/>
            <p:nvPr/>
          </p:nvCxnSpPr>
          <p:spPr>
            <a:xfrm rot="10800000">
              <a:off x="555249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2"/>
            <p:cNvCxnSpPr/>
            <p:nvPr/>
          </p:nvCxnSpPr>
          <p:spPr>
            <a:xfrm rot="10800000">
              <a:off x="620616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2"/>
            <p:cNvCxnSpPr/>
            <p:nvPr/>
          </p:nvCxnSpPr>
          <p:spPr>
            <a:xfrm rot="10800000">
              <a:off x="685982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2"/>
            <p:cNvCxnSpPr/>
            <p:nvPr/>
          </p:nvCxnSpPr>
          <p:spPr>
            <a:xfrm rot="10800000">
              <a:off x="751349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2"/>
            <p:cNvCxnSpPr/>
            <p:nvPr/>
          </p:nvCxnSpPr>
          <p:spPr>
            <a:xfrm rot="10800000">
              <a:off x="816715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2"/>
            <p:cNvCxnSpPr/>
            <p:nvPr/>
          </p:nvCxnSpPr>
          <p:spPr>
            <a:xfrm rot="10800000">
              <a:off x="882082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2671000" y="1562475"/>
            <a:ext cx="5753100" cy="20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4538392" y="3742075"/>
            <a:ext cx="38856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36" name="Google Shape;36;p2"/>
          <p:cNvGrpSpPr/>
          <p:nvPr/>
        </p:nvGrpSpPr>
        <p:grpSpPr>
          <a:xfrm>
            <a:off x="334975" y="382213"/>
            <a:ext cx="1945499" cy="4379075"/>
            <a:chOff x="334975" y="382213"/>
            <a:chExt cx="1945499" cy="4379075"/>
          </a:xfrm>
        </p:grpSpPr>
        <p:sp>
          <p:nvSpPr>
            <p:cNvPr id="37" name="Google Shape;37;p2"/>
            <p:cNvSpPr/>
            <p:nvPr/>
          </p:nvSpPr>
          <p:spPr>
            <a:xfrm>
              <a:off x="1303340" y="3297437"/>
              <a:ext cx="968400" cy="490200"/>
            </a:xfrm>
            <a:prstGeom prst="rect">
              <a:avLst/>
            </a:pr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303360" y="3786402"/>
              <a:ext cx="968385" cy="974485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lnTo>
                    <a:pt x="0" y="12681"/>
                  </a:lnTo>
                  <a:lnTo>
                    <a:pt x="12681" y="12681"/>
                  </a:ln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24580"/>
                  </a:schemeClr>
                </a:gs>
                <a:gs pos="100000">
                  <a:schemeClr val="lt2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303360" y="3784881"/>
              <a:ext cx="968385" cy="974485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cubicBezTo>
                    <a:pt x="0" y="7003"/>
                    <a:pt x="5679" y="12681"/>
                    <a:pt x="12681" y="12681"/>
                  </a:cubicBez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24580"/>
                  </a:schemeClr>
                </a:gs>
                <a:gs pos="100000">
                  <a:schemeClr val="accent1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336463" y="382213"/>
              <a:ext cx="968461" cy="966464"/>
            </a:xfrm>
            <a:custGeom>
              <a:avLst/>
              <a:gdLst/>
              <a:ahLst/>
              <a:cxnLst/>
              <a:rect l="l" t="t" r="r" b="b"/>
              <a:pathLst>
                <a:path w="12682" h="12682" extrusionOk="0">
                  <a:moveTo>
                    <a:pt x="0" y="1"/>
                  </a:moveTo>
                  <a:lnTo>
                    <a:pt x="0" y="12682"/>
                  </a:lnTo>
                  <a:lnTo>
                    <a:pt x="12681" y="12682"/>
                  </a:lnTo>
                  <a:cubicBezTo>
                    <a:pt x="12681" y="5680"/>
                    <a:pt x="7003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24580"/>
                  </a:schemeClr>
                </a:gs>
                <a:gs pos="100000">
                  <a:schemeClr val="accent1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303358" y="382213"/>
              <a:ext cx="968385" cy="966464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12681" y="1"/>
                  </a:moveTo>
                  <a:cubicBezTo>
                    <a:pt x="5679" y="1"/>
                    <a:pt x="0" y="5680"/>
                    <a:pt x="0" y="12682"/>
                  </a:cubicBezTo>
                  <a:lnTo>
                    <a:pt x="12681" y="12682"/>
                  </a:lnTo>
                  <a:lnTo>
                    <a:pt x="12681" y="1"/>
                  </a:lnTo>
                  <a:close/>
                </a:path>
              </a:pathLst>
            </a:custGeom>
            <a:gradFill>
              <a:gsLst>
                <a:gs pos="0">
                  <a:schemeClr val="accent5">
                    <a:alpha val="24580"/>
                  </a:schemeClr>
                </a:gs>
                <a:gs pos="100000">
                  <a:schemeClr val="accent4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334975" y="1348600"/>
              <a:ext cx="968461" cy="3412663"/>
            </a:xfrm>
            <a:custGeom>
              <a:avLst/>
              <a:gdLst/>
              <a:ahLst/>
              <a:cxnLst/>
              <a:rect l="l" t="t" r="r" b="b"/>
              <a:pathLst>
                <a:path w="12682" h="12682" extrusionOk="0">
                  <a:moveTo>
                    <a:pt x="0" y="1"/>
                  </a:moveTo>
                  <a:lnTo>
                    <a:pt x="0" y="12681"/>
                  </a:lnTo>
                  <a:lnTo>
                    <a:pt x="12681" y="12681"/>
                  </a:lnTo>
                  <a:lnTo>
                    <a:pt x="12681" y="1"/>
                  </a:lnTo>
                  <a:close/>
                </a:path>
              </a:pathLst>
            </a:custGeom>
            <a:gradFill>
              <a:gsLst>
                <a:gs pos="0">
                  <a:schemeClr val="accent4">
                    <a:alpha val="24580"/>
                  </a:schemeClr>
                </a:gs>
                <a:gs pos="100000">
                  <a:schemeClr val="accent5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334975" y="2322958"/>
              <a:ext cx="968461" cy="974485"/>
            </a:xfrm>
            <a:custGeom>
              <a:avLst/>
              <a:gdLst/>
              <a:ahLst/>
              <a:cxnLst/>
              <a:rect l="l" t="t" r="r" b="b"/>
              <a:pathLst>
                <a:path w="12682" h="12682" extrusionOk="0">
                  <a:moveTo>
                    <a:pt x="6341" y="3151"/>
                  </a:moveTo>
                  <a:cubicBezTo>
                    <a:pt x="8099" y="3151"/>
                    <a:pt x="9531" y="4583"/>
                    <a:pt x="9531" y="6341"/>
                  </a:cubicBezTo>
                  <a:cubicBezTo>
                    <a:pt x="9531" y="8099"/>
                    <a:pt x="8099" y="9521"/>
                    <a:pt x="6341" y="9521"/>
                  </a:cubicBezTo>
                  <a:cubicBezTo>
                    <a:pt x="4583" y="9521"/>
                    <a:pt x="3161" y="8099"/>
                    <a:pt x="3161" y="6341"/>
                  </a:cubicBezTo>
                  <a:cubicBezTo>
                    <a:pt x="3161" y="4583"/>
                    <a:pt x="4583" y="3151"/>
                    <a:pt x="6341" y="3151"/>
                  </a:cubicBezTo>
                  <a:close/>
                  <a:moveTo>
                    <a:pt x="6341" y="0"/>
                  </a:moveTo>
                  <a:cubicBezTo>
                    <a:pt x="2845" y="0"/>
                    <a:pt x="0" y="2835"/>
                    <a:pt x="0" y="6341"/>
                  </a:cubicBezTo>
                  <a:cubicBezTo>
                    <a:pt x="0" y="9837"/>
                    <a:pt x="2845" y="12681"/>
                    <a:pt x="6341" y="12681"/>
                  </a:cubicBezTo>
                  <a:cubicBezTo>
                    <a:pt x="9847" y="12681"/>
                    <a:pt x="12681" y="9837"/>
                    <a:pt x="12681" y="6341"/>
                  </a:cubicBezTo>
                  <a:cubicBezTo>
                    <a:pt x="12681" y="2835"/>
                    <a:pt x="9847" y="0"/>
                    <a:pt x="6341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24580"/>
                  </a:schemeClr>
                </a:gs>
                <a:gs pos="100000">
                  <a:schemeClr val="accent4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336502" y="3054458"/>
              <a:ext cx="968385" cy="974485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6340" y="3161"/>
                  </a:moveTo>
                  <a:cubicBezTo>
                    <a:pt x="8098" y="3161"/>
                    <a:pt x="9531" y="4583"/>
                    <a:pt x="9531" y="6341"/>
                  </a:cubicBezTo>
                  <a:cubicBezTo>
                    <a:pt x="9531" y="8099"/>
                    <a:pt x="8098" y="9521"/>
                    <a:pt x="6340" y="9521"/>
                  </a:cubicBezTo>
                  <a:cubicBezTo>
                    <a:pt x="4582" y="9521"/>
                    <a:pt x="3160" y="8099"/>
                    <a:pt x="3160" y="6341"/>
                  </a:cubicBezTo>
                  <a:cubicBezTo>
                    <a:pt x="3160" y="4583"/>
                    <a:pt x="4582" y="3161"/>
                    <a:pt x="6340" y="3161"/>
                  </a:cubicBezTo>
                  <a:close/>
                  <a:moveTo>
                    <a:pt x="6340" y="1"/>
                  </a:moveTo>
                  <a:cubicBezTo>
                    <a:pt x="2844" y="1"/>
                    <a:pt x="0" y="2845"/>
                    <a:pt x="0" y="6341"/>
                  </a:cubicBezTo>
                  <a:cubicBezTo>
                    <a:pt x="0" y="9848"/>
                    <a:pt x="2844" y="12682"/>
                    <a:pt x="6340" y="12682"/>
                  </a:cubicBezTo>
                  <a:cubicBezTo>
                    <a:pt x="9847" y="12682"/>
                    <a:pt x="12681" y="9848"/>
                    <a:pt x="12681" y="6341"/>
                  </a:cubicBezTo>
                  <a:cubicBezTo>
                    <a:pt x="12681" y="2845"/>
                    <a:pt x="9847" y="1"/>
                    <a:pt x="6340" y="1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24580"/>
                  </a:schemeClr>
                </a:gs>
                <a:gs pos="100000">
                  <a:schemeClr val="accent4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334975" y="3786034"/>
              <a:ext cx="968461" cy="975253"/>
            </a:xfrm>
            <a:custGeom>
              <a:avLst/>
              <a:gdLst/>
              <a:ahLst/>
              <a:cxnLst/>
              <a:rect l="l" t="t" r="r" b="b"/>
              <a:pathLst>
                <a:path w="12682" h="12692" extrusionOk="0">
                  <a:moveTo>
                    <a:pt x="6341" y="3161"/>
                  </a:moveTo>
                  <a:cubicBezTo>
                    <a:pt x="8099" y="3161"/>
                    <a:pt x="9531" y="4593"/>
                    <a:pt x="9531" y="6351"/>
                  </a:cubicBezTo>
                  <a:cubicBezTo>
                    <a:pt x="9531" y="8109"/>
                    <a:pt x="8099" y="9531"/>
                    <a:pt x="6341" y="9531"/>
                  </a:cubicBezTo>
                  <a:cubicBezTo>
                    <a:pt x="4583" y="9531"/>
                    <a:pt x="3161" y="8109"/>
                    <a:pt x="3161" y="6351"/>
                  </a:cubicBezTo>
                  <a:cubicBezTo>
                    <a:pt x="3161" y="4593"/>
                    <a:pt x="4583" y="3161"/>
                    <a:pt x="6341" y="3161"/>
                  </a:cubicBezTo>
                  <a:close/>
                  <a:moveTo>
                    <a:pt x="6341" y="0"/>
                  </a:moveTo>
                  <a:cubicBezTo>
                    <a:pt x="2845" y="0"/>
                    <a:pt x="0" y="2845"/>
                    <a:pt x="0" y="6351"/>
                  </a:cubicBezTo>
                  <a:cubicBezTo>
                    <a:pt x="0" y="9847"/>
                    <a:pt x="2845" y="12692"/>
                    <a:pt x="6341" y="12692"/>
                  </a:cubicBezTo>
                  <a:cubicBezTo>
                    <a:pt x="9847" y="12692"/>
                    <a:pt x="12681" y="9847"/>
                    <a:pt x="12681" y="6351"/>
                  </a:cubicBezTo>
                  <a:cubicBezTo>
                    <a:pt x="12681" y="2845"/>
                    <a:pt x="9847" y="0"/>
                    <a:pt x="6341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24580"/>
                  </a:schemeClr>
                </a:gs>
                <a:gs pos="100000">
                  <a:schemeClr val="accent4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rot="5400000">
              <a:off x="1300334" y="1351667"/>
              <a:ext cx="974485" cy="968461"/>
            </a:xfrm>
            <a:custGeom>
              <a:avLst/>
              <a:gdLst/>
              <a:ahLst/>
              <a:cxnLst/>
              <a:rect l="l" t="t" r="r" b="b"/>
              <a:pathLst>
                <a:path w="12682" h="12682" extrusionOk="0">
                  <a:moveTo>
                    <a:pt x="1" y="1"/>
                  </a:moveTo>
                  <a:lnTo>
                    <a:pt x="1" y="12682"/>
                  </a:lnTo>
                  <a:lnTo>
                    <a:pt x="12682" y="12682"/>
                  </a:lnTo>
                  <a:cubicBezTo>
                    <a:pt x="12682" y="5680"/>
                    <a:pt x="7013" y="1"/>
                    <a:pt x="1" y="1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alpha val="24580"/>
                  </a:schemeClr>
                </a:gs>
                <a:gs pos="100000">
                  <a:schemeClr val="accent3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 rot="10800000" flipH="1">
              <a:off x="1303360" y="1348649"/>
              <a:ext cx="968385" cy="974485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cubicBezTo>
                    <a:pt x="0" y="7003"/>
                    <a:pt x="5679" y="12681"/>
                    <a:pt x="12681" y="12681"/>
                  </a:cubicBez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alpha val="24580"/>
                  </a:schemeClr>
                </a:gs>
                <a:gs pos="100000">
                  <a:schemeClr val="accent2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 rot="5400000" flipH="1">
              <a:off x="1300334" y="2325967"/>
              <a:ext cx="974485" cy="968461"/>
            </a:xfrm>
            <a:custGeom>
              <a:avLst/>
              <a:gdLst/>
              <a:ahLst/>
              <a:cxnLst/>
              <a:rect l="l" t="t" r="r" b="b"/>
              <a:pathLst>
                <a:path w="12682" h="12682" extrusionOk="0">
                  <a:moveTo>
                    <a:pt x="1" y="1"/>
                  </a:moveTo>
                  <a:lnTo>
                    <a:pt x="1" y="12682"/>
                  </a:lnTo>
                  <a:lnTo>
                    <a:pt x="12682" y="12682"/>
                  </a:lnTo>
                  <a:cubicBezTo>
                    <a:pt x="12682" y="5680"/>
                    <a:pt x="7013" y="1"/>
                    <a:pt x="1" y="1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alpha val="24580"/>
                  </a:schemeClr>
                </a:gs>
                <a:gs pos="100000">
                  <a:schemeClr val="accent3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303360" y="2322961"/>
              <a:ext cx="968385" cy="974485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cubicBezTo>
                    <a:pt x="0" y="7003"/>
                    <a:pt x="5679" y="12681"/>
                    <a:pt x="12681" y="12681"/>
                  </a:cubicBez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alpha val="24580"/>
                  </a:schemeClr>
                </a:gs>
                <a:gs pos="100000">
                  <a:schemeClr val="accent2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303340" y="3296600"/>
              <a:ext cx="487200" cy="4902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793274" y="3296600"/>
              <a:ext cx="487200" cy="4902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3"/>
          <p:cNvGrpSpPr/>
          <p:nvPr/>
        </p:nvGrpSpPr>
        <p:grpSpPr>
          <a:xfrm>
            <a:off x="-49650" y="-79950"/>
            <a:ext cx="9243300" cy="5303400"/>
            <a:chOff x="-49650" y="-79950"/>
            <a:chExt cx="9243300" cy="5303400"/>
          </a:xfrm>
        </p:grpSpPr>
        <p:cxnSp>
          <p:nvCxnSpPr>
            <p:cNvPr id="54" name="Google Shape;54;p3"/>
            <p:cNvCxnSpPr/>
            <p:nvPr/>
          </p:nvCxnSpPr>
          <p:spPr>
            <a:xfrm rot="10800000">
              <a:off x="32317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" name="Google Shape;55;p3"/>
            <p:cNvCxnSpPr/>
            <p:nvPr/>
          </p:nvCxnSpPr>
          <p:spPr>
            <a:xfrm>
              <a:off x="-49650" y="861161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56;p3"/>
            <p:cNvCxnSpPr/>
            <p:nvPr/>
          </p:nvCxnSpPr>
          <p:spPr>
            <a:xfrm>
              <a:off x="-49650" y="1349897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57;p3"/>
            <p:cNvCxnSpPr/>
            <p:nvPr/>
          </p:nvCxnSpPr>
          <p:spPr>
            <a:xfrm>
              <a:off x="-49650" y="1838633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3"/>
            <p:cNvCxnSpPr/>
            <p:nvPr/>
          </p:nvCxnSpPr>
          <p:spPr>
            <a:xfrm>
              <a:off x="-49650" y="2327369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3"/>
            <p:cNvCxnSpPr/>
            <p:nvPr/>
          </p:nvCxnSpPr>
          <p:spPr>
            <a:xfrm>
              <a:off x="-49650" y="2816106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Google Shape;60;p3"/>
            <p:cNvCxnSpPr/>
            <p:nvPr/>
          </p:nvCxnSpPr>
          <p:spPr>
            <a:xfrm>
              <a:off x="-49650" y="3304842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" name="Google Shape;61;p3"/>
            <p:cNvCxnSpPr/>
            <p:nvPr/>
          </p:nvCxnSpPr>
          <p:spPr>
            <a:xfrm>
              <a:off x="-49650" y="3793578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2;p3"/>
            <p:cNvCxnSpPr/>
            <p:nvPr/>
          </p:nvCxnSpPr>
          <p:spPr>
            <a:xfrm>
              <a:off x="-49650" y="4282314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63;p3"/>
            <p:cNvCxnSpPr/>
            <p:nvPr/>
          </p:nvCxnSpPr>
          <p:spPr>
            <a:xfrm>
              <a:off x="-49650" y="4771050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64;p3"/>
            <p:cNvCxnSpPr/>
            <p:nvPr/>
          </p:nvCxnSpPr>
          <p:spPr>
            <a:xfrm rot="10800000">
              <a:off x="97684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3"/>
            <p:cNvCxnSpPr/>
            <p:nvPr/>
          </p:nvCxnSpPr>
          <p:spPr>
            <a:xfrm rot="10800000">
              <a:off x="163050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3"/>
            <p:cNvCxnSpPr/>
            <p:nvPr/>
          </p:nvCxnSpPr>
          <p:spPr>
            <a:xfrm rot="10800000">
              <a:off x="228417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" name="Google Shape;67;p3"/>
            <p:cNvCxnSpPr/>
            <p:nvPr/>
          </p:nvCxnSpPr>
          <p:spPr>
            <a:xfrm>
              <a:off x="-49650" y="372425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" name="Google Shape;68;p3"/>
            <p:cNvCxnSpPr/>
            <p:nvPr/>
          </p:nvCxnSpPr>
          <p:spPr>
            <a:xfrm rot="10800000">
              <a:off x="293783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" name="Google Shape;69;p3"/>
            <p:cNvCxnSpPr/>
            <p:nvPr/>
          </p:nvCxnSpPr>
          <p:spPr>
            <a:xfrm rot="10800000">
              <a:off x="359150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" name="Google Shape;70;p3"/>
            <p:cNvCxnSpPr/>
            <p:nvPr/>
          </p:nvCxnSpPr>
          <p:spPr>
            <a:xfrm rot="10800000">
              <a:off x="424516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" name="Google Shape;71;p3"/>
            <p:cNvCxnSpPr/>
            <p:nvPr/>
          </p:nvCxnSpPr>
          <p:spPr>
            <a:xfrm rot="10800000">
              <a:off x="489883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2" name="Google Shape;72;p3"/>
            <p:cNvCxnSpPr/>
            <p:nvPr/>
          </p:nvCxnSpPr>
          <p:spPr>
            <a:xfrm rot="10800000">
              <a:off x="555249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3"/>
            <p:cNvCxnSpPr/>
            <p:nvPr/>
          </p:nvCxnSpPr>
          <p:spPr>
            <a:xfrm rot="10800000">
              <a:off x="620616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" name="Google Shape;74;p3"/>
            <p:cNvCxnSpPr/>
            <p:nvPr/>
          </p:nvCxnSpPr>
          <p:spPr>
            <a:xfrm rot="10800000">
              <a:off x="685982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" name="Google Shape;75;p3"/>
            <p:cNvCxnSpPr/>
            <p:nvPr/>
          </p:nvCxnSpPr>
          <p:spPr>
            <a:xfrm rot="10800000">
              <a:off x="751349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" name="Google Shape;76;p3"/>
            <p:cNvCxnSpPr/>
            <p:nvPr/>
          </p:nvCxnSpPr>
          <p:spPr>
            <a:xfrm rot="10800000">
              <a:off x="816715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" name="Google Shape;77;p3"/>
            <p:cNvCxnSpPr/>
            <p:nvPr/>
          </p:nvCxnSpPr>
          <p:spPr>
            <a:xfrm rot="10800000">
              <a:off x="882082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8" name="Google Shape;78;p3"/>
          <p:cNvSpPr txBox="1">
            <a:spLocks noGrp="1"/>
          </p:cNvSpPr>
          <p:nvPr>
            <p:ph type="title"/>
          </p:nvPr>
        </p:nvSpPr>
        <p:spPr>
          <a:xfrm>
            <a:off x="974850" y="2030775"/>
            <a:ext cx="71943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9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9" name="Google Shape;79;p3"/>
          <p:cNvSpPr txBox="1">
            <a:spLocks noGrp="1"/>
          </p:cNvSpPr>
          <p:nvPr>
            <p:ph type="title" idx="2" hasCustomPrompt="1"/>
          </p:nvPr>
        </p:nvSpPr>
        <p:spPr>
          <a:xfrm>
            <a:off x="3566100" y="1116375"/>
            <a:ext cx="20118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5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80" name="Google Shape;80;p3"/>
          <p:cNvSpPr txBox="1">
            <a:spLocks noGrp="1"/>
          </p:cNvSpPr>
          <p:nvPr>
            <p:ph type="subTitle" idx="1"/>
          </p:nvPr>
        </p:nvSpPr>
        <p:spPr>
          <a:xfrm>
            <a:off x="2286000" y="2945175"/>
            <a:ext cx="45720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65162" y="2315841"/>
            <a:ext cx="509700" cy="511800"/>
          </a:xfrm>
          <a:prstGeom prst="star4">
            <a:avLst>
              <a:gd name="adj" fmla="val 12500"/>
            </a:avLst>
          </a:prstGeom>
          <a:gradFill>
            <a:gsLst>
              <a:gs pos="0">
                <a:schemeClr val="accent5"/>
              </a:gs>
              <a:gs pos="100000">
                <a:schemeClr val="accent4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8169162" y="2315841"/>
            <a:ext cx="509700" cy="511800"/>
          </a:xfrm>
          <a:prstGeom prst="star4">
            <a:avLst>
              <a:gd name="adj" fmla="val 12500"/>
            </a:avLst>
          </a:prstGeom>
          <a:gradFill>
            <a:gsLst>
              <a:gs pos="0">
                <a:schemeClr val="accent5"/>
              </a:gs>
              <a:gs pos="100000">
                <a:schemeClr val="accent4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" name="Google Shape;83;p3"/>
          <p:cNvGrpSpPr/>
          <p:nvPr/>
        </p:nvGrpSpPr>
        <p:grpSpPr>
          <a:xfrm>
            <a:off x="332287" y="3786838"/>
            <a:ext cx="8478700" cy="977137"/>
            <a:chOff x="332287" y="3786838"/>
            <a:chExt cx="8478700" cy="977137"/>
          </a:xfrm>
        </p:grpSpPr>
        <p:sp>
          <p:nvSpPr>
            <p:cNvPr id="84" name="Google Shape;84;p3"/>
            <p:cNvSpPr/>
            <p:nvPr/>
          </p:nvSpPr>
          <p:spPr>
            <a:xfrm rot="5400000" flipH="1">
              <a:off x="1066436" y="4034672"/>
              <a:ext cx="968400" cy="490200"/>
            </a:xfrm>
            <a:prstGeom prst="rect">
              <a:avLst/>
            </a:pr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 rot="5400000" flipH="1">
              <a:off x="335337" y="3792517"/>
              <a:ext cx="968385" cy="974485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lnTo>
                    <a:pt x="0" y="12681"/>
                  </a:lnTo>
                  <a:lnTo>
                    <a:pt x="12681" y="12681"/>
                  </a:ln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24580"/>
                  </a:schemeClr>
                </a:gs>
                <a:gs pos="100000">
                  <a:schemeClr val="lt2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 rot="5400000" flipH="1">
              <a:off x="336857" y="3792517"/>
              <a:ext cx="968385" cy="974485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cubicBezTo>
                    <a:pt x="0" y="7003"/>
                    <a:pt x="5679" y="12681"/>
                    <a:pt x="12681" y="12681"/>
                  </a:cubicBez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24580"/>
                  </a:schemeClr>
                </a:gs>
                <a:gs pos="100000">
                  <a:schemeClr val="accent1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 rot="-5400000">
              <a:off x="4430913" y="3792162"/>
              <a:ext cx="968461" cy="966464"/>
            </a:xfrm>
            <a:custGeom>
              <a:avLst/>
              <a:gdLst/>
              <a:ahLst/>
              <a:cxnLst/>
              <a:rect l="l" t="t" r="r" b="b"/>
              <a:pathLst>
                <a:path w="12682" h="12682" extrusionOk="0">
                  <a:moveTo>
                    <a:pt x="0" y="1"/>
                  </a:moveTo>
                  <a:lnTo>
                    <a:pt x="0" y="12682"/>
                  </a:lnTo>
                  <a:lnTo>
                    <a:pt x="12681" y="12682"/>
                  </a:lnTo>
                  <a:cubicBezTo>
                    <a:pt x="12681" y="5680"/>
                    <a:pt x="7003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24580"/>
                  </a:schemeClr>
                </a:gs>
                <a:gs pos="100000">
                  <a:schemeClr val="accent1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 rot="-5400000">
              <a:off x="6620400" y="2569062"/>
              <a:ext cx="968461" cy="3412663"/>
            </a:xfrm>
            <a:custGeom>
              <a:avLst/>
              <a:gdLst/>
              <a:ahLst/>
              <a:cxnLst/>
              <a:rect l="l" t="t" r="r" b="b"/>
              <a:pathLst>
                <a:path w="12682" h="12682" extrusionOk="0">
                  <a:moveTo>
                    <a:pt x="0" y="1"/>
                  </a:moveTo>
                  <a:lnTo>
                    <a:pt x="0" y="12681"/>
                  </a:lnTo>
                  <a:lnTo>
                    <a:pt x="12681" y="12681"/>
                  </a:lnTo>
                  <a:lnTo>
                    <a:pt x="12681" y="1"/>
                  </a:lnTo>
                  <a:close/>
                </a:path>
              </a:pathLst>
            </a:custGeom>
            <a:gradFill>
              <a:gsLst>
                <a:gs pos="0">
                  <a:schemeClr val="accent4">
                    <a:alpha val="24580"/>
                  </a:schemeClr>
                </a:gs>
                <a:gs pos="100000">
                  <a:schemeClr val="accent5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 rot="-5400000">
              <a:off x="6375669" y="3788151"/>
              <a:ext cx="968461" cy="974485"/>
            </a:xfrm>
            <a:custGeom>
              <a:avLst/>
              <a:gdLst/>
              <a:ahLst/>
              <a:cxnLst/>
              <a:rect l="l" t="t" r="r" b="b"/>
              <a:pathLst>
                <a:path w="12682" h="12682" extrusionOk="0">
                  <a:moveTo>
                    <a:pt x="6341" y="3151"/>
                  </a:moveTo>
                  <a:cubicBezTo>
                    <a:pt x="8099" y="3151"/>
                    <a:pt x="9531" y="4583"/>
                    <a:pt x="9531" y="6341"/>
                  </a:cubicBezTo>
                  <a:cubicBezTo>
                    <a:pt x="9531" y="8099"/>
                    <a:pt x="8099" y="9521"/>
                    <a:pt x="6341" y="9521"/>
                  </a:cubicBezTo>
                  <a:cubicBezTo>
                    <a:pt x="4583" y="9521"/>
                    <a:pt x="3161" y="8099"/>
                    <a:pt x="3161" y="6341"/>
                  </a:cubicBezTo>
                  <a:cubicBezTo>
                    <a:pt x="3161" y="4583"/>
                    <a:pt x="4583" y="3151"/>
                    <a:pt x="6341" y="3151"/>
                  </a:cubicBezTo>
                  <a:close/>
                  <a:moveTo>
                    <a:pt x="6341" y="0"/>
                  </a:moveTo>
                  <a:cubicBezTo>
                    <a:pt x="2845" y="0"/>
                    <a:pt x="0" y="2835"/>
                    <a:pt x="0" y="6341"/>
                  </a:cubicBezTo>
                  <a:cubicBezTo>
                    <a:pt x="0" y="9837"/>
                    <a:pt x="2845" y="12681"/>
                    <a:pt x="6341" y="12681"/>
                  </a:cubicBezTo>
                  <a:cubicBezTo>
                    <a:pt x="9847" y="12681"/>
                    <a:pt x="12681" y="9837"/>
                    <a:pt x="12681" y="6341"/>
                  </a:cubicBezTo>
                  <a:cubicBezTo>
                    <a:pt x="12681" y="2835"/>
                    <a:pt x="9847" y="0"/>
                    <a:pt x="6341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24580"/>
                  </a:schemeClr>
                </a:gs>
                <a:gs pos="100000">
                  <a:schemeClr val="accent4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 rot="-5400000">
              <a:off x="7107207" y="3786662"/>
              <a:ext cx="968385" cy="974485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6340" y="3161"/>
                  </a:moveTo>
                  <a:cubicBezTo>
                    <a:pt x="8098" y="3161"/>
                    <a:pt x="9531" y="4583"/>
                    <a:pt x="9531" y="6341"/>
                  </a:cubicBezTo>
                  <a:cubicBezTo>
                    <a:pt x="9531" y="8099"/>
                    <a:pt x="8098" y="9521"/>
                    <a:pt x="6340" y="9521"/>
                  </a:cubicBezTo>
                  <a:cubicBezTo>
                    <a:pt x="4582" y="9521"/>
                    <a:pt x="3160" y="8099"/>
                    <a:pt x="3160" y="6341"/>
                  </a:cubicBezTo>
                  <a:cubicBezTo>
                    <a:pt x="3160" y="4583"/>
                    <a:pt x="4582" y="3161"/>
                    <a:pt x="6340" y="3161"/>
                  </a:cubicBezTo>
                  <a:close/>
                  <a:moveTo>
                    <a:pt x="6340" y="1"/>
                  </a:moveTo>
                  <a:cubicBezTo>
                    <a:pt x="2844" y="1"/>
                    <a:pt x="0" y="2845"/>
                    <a:pt x="0" y="6341"/>
                  </a:cubicBezTo>
                  <a:cubicBezTo>
                    <a:pt x="0" y="9848"/>
                    <a:pt x="2844" y="12682"/>
                    <a:pt x="6340" y="12682"/>
                  </a:cubicBezTo>
                  <a:cubicBezTo>
                    <a:pt x="9847" y="12682"/>
                    <a:pt x="12681" y="9848"/>
                    <a:pt x="12681" y="6341"/>
                  </a:cubicBezTo>
                  <a:cubicBezTo>
                    <a:pt x="12681" y="2845"/>
                    <a:pt x="9847" y="1"/>
                    <a:pt x="6340" y="1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24580"/>
                  </a:schemeClr>
                </a:gs>
                <a:gs pos="100000">
                  <a:schemeClr val="accent4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 rot="-5400000">
              <a:off x="7839130" y="3787767"/>
              <a:ext cx="968461" cy="975253"/>
            </a:xfrm>
            <a:custGeom>
              <a:avLst/>
              <a:gdLst/>
              <a:ahLst/>
              <a:cxnLst/>
              <a:rect l="l" t="t" r="r" b="b"/>
              <a:pathLst>
                <a:path w="12682" h="12692" extrusionOk="0">
                  <a:moveTo>
                    <a:pt x="6341" y="3161"/>
                  </a:moveTo>
                  <a:cubicBezTo>
                    <a:pt x="8099" y="3161"/>
                    <a:pt x="9531" y="4593"/>
                    <a:pt x="9531" y="6351"/>
                  </a:cubicBezTo>
                  <a:cubicBezTo>
                    <a:pt x="9531" y="8109"/>
                    <a:pt x="8099" y="9531"/>
                    <a:pt x="6341" y="9531"/>
                  </a:cubicBezTo>
                  <a:cubicBezTo>
                    <a:pt x="4583" y="9531"/>
                    <a:pt x="3161" y="8109"/>
                    <a:pt x="3161" y="6351"/>
                  </a:cubicBezTo>
                  <a:cubicBezTo>
                    <a:pt x="3161" y="4593"/>
                    <a:pt x="4583" y="3161"/>
                    <a:pt x="6341" y="3161"/>
                  </a:cubicBezTo>
                  <a:close/>
                  <a:moveTo>
                    <a:pt x="6341" y="0"/>
                  </a:moveTo>
                  <a:cubicBezTo>
                    <a:pt x="2845" y="0"/>
                    <a:pt x="0" y="2845"/>
                    <a:pt x="0" y="6351"/>
                  </a:cubicBezTo>
                  <a:cubicBezTo>
                    <a:pt x="0" y="9847"/>
                    <a:pt x="2845" y="12692"/>
                    <a:pt x="6341" y="12692"/>
                  </a:cubicBezTo>
                  <a:cubicBezTo>
                    <a:pt x="9847" y="12692"/>
                    <a:pt x="12681" y="9847"/>
                    <a:pt x="12681" y="6351"/>
                  </a:cubicBezTo>
                  <a:cubicBezTo>
                    <a:pt x="12681" y="2845"/>
                    <a:pt x="9847" y="0"/>
                    <a:pt x="6341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24580"/>
                  </a:schemeClr>
                </a:gs>
                <a:gs pos="100000">
                  <a:schemeClr val="accent4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 flipH="1">
              <a:off x="2770033" y="3795505"/>
              <a:ext cx="974485" cy="968461"/>
            </a:xfrm>
            <a:custGeom>
              <a:avLst/>
              <a:gdLst/>
              <a:ahLst/>
              <a:cxnLst/>
              <a:rect l="l" t="t" r="r" b="b"/>
              <a:pathLst>
                <a:path w="12682" h="12682" extrusionOk="0">
                  <a:moveTo>
                    <a:pt x="1" y="1"/>
                  </a:moveTo>
                  <a:lnTo>
                    <a:pt x="1" y="12682"/>
                  </a:lnTo>
                  <a:lnTo>
                    <a:pt x="12682" y="12682"/>
                  </a:lnTo>
                  <a:cubicBezTo>
                    <a:pt x="12682" y="5680"/>
                    <a:pt x="7013" y="1"/>
                    <a:pt x="1" y="1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alpha val="24580"/>
                  </a:schemeClr>
                </a:gs>
                <a:gs pos="100000">
                  <a:schemeClr val="accent3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 rot="-5400000">
              <a:off x="2773090" y="3792517"/>
              <a:ext cx="968385" cy="974485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cubicBezTo>
                    <a:pt x="0" y="7003"/>
                    <a:pt x="5679" y="12681"/>
                    <a:pt x="12681" y="12681"/>
                  </a:cubicBez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alpha val="24580"/>
                  </a:schemeClr>
                </a:gs>
                <a:gs pos="100000">
                  <a:schemeClr val="accent2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795734" y="3795505"/>
              <a:ext cx="974485" cy="968461"/>
            </a:xfrm>
            <a:custGeom>
              <a:avLst/>
              <a:gdLst/>
              <a:ahLst/>
              <a:cxnLst/>
              <a:rect l="l" t="t" r="r" b="b"/>
              <a:pathLst>
                <a:path w="12682" h="12682" extrusionOk="0">
                  <a:moveTo>
                    <a:pt x="1" y="1"/>
                  </a:moveTo>
                  <a:lnTo>
                    <a:pt x="1" y="12682"/>
                  </a:lnTo>
                  <a:lnTo>
                    <a:pt x="12682" y="12682"/>
                  </a:lnTo>
                  <a:cubicBezTo>
                    <a:pt x="12682" y="5680"/>
                    <a:pt x="7013" y="1"/>
                    <a:pt x="1" y="1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alpha val="24580"/>
                  </a:schemeClr>
                </a:gs>
                <a:gs pos="100000">
                  <a:schemeClr val="accent3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 rot="5400000" flipH="1">
              <a:off x="1798777" y="3792517"/>
              <a:ext cx="968385" cy="974485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cubicBezTo>
                    <a:pt x="0" y="7003"/>
                    <a:pt x="5679" y="12681"/>
                    <a:pt x="12681" y="12681"/>
                  </a:cubicBez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alpha val="24580"/>
                  </a:schemeClr>
                </a:gs>
                <a:gs pos="100000">
                  <a:schemeClr val="accent2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 rot="5400000" flipH="1">
              <a:off x="1307874" y="4275272"/>
              <a:ext cx="487200" cy="4902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 rot="5400000" flipH="1">
              <a:off x="1307874" y="3785338"/>
              <a:ext cx="487200" cy="4902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 rot="-5400000" flipH="1">
              <a:off x="3606995" y="3932975"/>
              <a:ext cx="968400" cy="693600"/>
            </a:xfrm>
            <a:prstGeom prst="rect">
              <a:avLst/>
            </a:pr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7"/>
          <p:cNvGrpSpPr/>
          <p:nvPr/>
        </p:nvGrpSpPr>
        <p:grpSpPr>
          <a:xfrm>
            <a:off x="-49650" y="-79950"/>
            <a:ext cx="9243300" cy="5303400"/>
            <a:chOff x="-49650" y="-79950"/>
            <a:chExt cx="9243300" cy="5303400"/>
          </a:xfrm>
        </p:grpSpPr>
        <p:cxnSp>
          <p:nvCxnSpPr>
            <p:cNvPr id="196" name="Google Shape;196;p7"/>
            <p:cNvCxnSpPr/>
            <p:nvPr/>
          </p:nvCxnSpPr>
          <p:spPr>
            <a:xfrm rot="10800000">
              <a:off x="32317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" name="Google Shape;197;p7"/>
            <p:cNvCxnSpPr/>
            <p:nvPr/>
          </p:nvCxnSpPr>
          <p:spPr>
            <a:xfrm>
              <a:off x="-49650" y="861161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" name="Google Shape;198;p7"/>
            <p:cNvCxnSpPr/>
            <p:nvPr/>
          </p:nvCxnSpPr>
          <p:spPr>
            <a:xfrm>
              <a:off x="-49650" y="1349897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7"/>
            <p:cNvCxnSpPr/>
            <p:nvPr/>
          </p:nvCxnSpPr>
          <p:spPr>
            <a:xfrm>
              <a:off x="-49650" y="1838633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7"/>
            <p:cNvCxnSpPr/>
            <p:nvPr/>
          </p:nvCxnSpPr>
          <p:spPr>
            <a:xfrm>
              <a:off x="-49650" y="2327369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p7"/>
            <p:cNvCxnSpPr/>
            <p:nvPr/>
          </p:nvCxnSpPr>
          <p:spPr>
            <a:xfrm>
              <a:off x="-49650" y="2816106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" name="Google Shape;202;p7"/>
            <p:cNvCxnSpPr/>
            <p:nvPr/>
          </p:nvCxnSpPr>
          <p:spPr>
            <a:xfrm>
              <a:off x="-49650" y="3304842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" name="Google Shape;203;p7"/>
            <p:cNvCxnSpPr/>
            <p:nvPr/>
          </p:nvCxnSpPr>
          <p:spPr>
            <a:xfrm>
              <a:off x="-49650" y="3793578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" name="Google Shape;204;p7"/>
            <p:cNvCxnSpPr/>
            <p:nvPr/>
          </p:nvCxnSpPr>
          <p:spPr>
            <a:xfrm>
              <a:off x="-49650" y="4282314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7"/>
            <p:cNvCxnSpPr/>
            <p:nvPr/>
          </p:nvCxnSpPr>
          <p:spPr>
            <a:xfrm>
              <a:off x="-49650" y="4771050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7"/>
            <p:cNvCxnSpPr/>
            <p:nvPr/>
          </p:nvCxnSpPr>
          <p:spPr>
            <a:xfrm rot="10800000">
              <a:off x="97684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7"/>
            <p:cNvCxnSpPr/>
            <p:nvPr/>
          </p:nvCxnSpPr>
          <p:spPr>
            <a:xfrm rot="10800000">
              <a:off x="163050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7"/>
            <p:cNvCxnSpPr/>
            <p:nvPr/>
          </p:nvCxnSpPr>
          <p:spPr>
            <a:xfrm rot="10800000">
              <a:off x="228417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" name="Google Shape;209;p7"/>
            <p:cNvCxnSpPr/>
            <p:nvPr/>
          </p:nvCxnSpPr>
          <p:spPr>
            <a:xfrm>
              <a:off x="-49650" y="372425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p7"/>
            <p:cNvCxnSpPr/>
            <p:nvPr/>
          </p:nvCxnSpPr>
          <p:spPr>
            <a:xfrm rot="10800000">
              <a:off x="293783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7"/>
            <p:cNvCxnSpPr/>
            <p:nvPr/>
          </p:nvCxnSpPr>
          <p:spPr>
            <a:xfrm rot="10800000">
              <a:off x="359150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2" name="Google Shape;212;p7"/>
            <p:cNvCxnSpPr/>
            <p:nvPr/>
          </p:nvCxnSpPr>
          <p:spPr>
            <a:xfrm rot="10800000">
              <a:off x="424516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3" name="Google Shape;213;p7"/>
            <p:cNvCxnSpPr/>
            <p:nvPr/>
          </p:nvCxnSpPr>
          <p:spPr>
            <a:xfrm rot="10800000">
              <a:off x="489883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" name="Google Shape;214;p7"/>
            <p:cNvCxnSpPr/>
            <p:nvPr/>
          </p:nvCxnSpPr>
          <p:spPr>
            <a:xfrm rot="10800000">
              <a:off x="555249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Google Shape;215;p7"/>
            <p:cNvCxnSpPr/>
            <p:nvPr/>
          </p:nvCxnSpPr>
          <p:spPr>
            <a:xfrm rot="10800000">
              <a:off x="620616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Google Shape;216;p7"/>
            <p:cNvCxnSpPr/>
            <p:nvPr/>
          </p:nvCxnSpPr>
          <p:spPr>
            <a:xfrm rot="10800000">
              <a:off x="685982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" name="Google Shape;217;p7"/>
            <p:cNvCxnSpPr/>
            <p:nvPr/>
          </p:nvCxnSpPr>
          <p:spPr>
            <a:xfrm rot="10800000">
              <a:off x="751349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" name="Google Shape;218;p7"/>
            <p:cNvCxnSpPr/>
            <p:nvPr/>
          </p:nvCxnSpPr>
          <p:spPr>
            <a:xfrm rot="10800000">
              <a:off x="816715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" name="Google Shape;219;p7"/>
            <p:cNvCxnSpPr/>
            <p:nvPr/>
          </p:nvCxnSpPr>
          <p:spPr>
            <a:xfrm rot="10800000">
              <a:off x="882082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0" name="Google Shape;220;p7"/>
          <p:cNvSpPr txBox="1">
            <a:spLocks noGrp="1"/>
          </p:cNvSpPr>
          <p:nvPr>
            <p:ph type="body" idx="1"/>
          </p:nvPr>
        </p:nvSpPr>
        <p:spPr>
          <a:xfrm>
            <a:off x="720000" y="1740900"/>
            <a:ext cx="3529500" cy="28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/>
            </a:lvl1pPr>
            <a:lvl2pPr marL="914400" lvl="1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marL="1371600" lvl="2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marL="1828800" lvl="3" indent="-279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marL="3200400" lvl="6" indent="-2730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marL="3657600" lvl="7" indent="-2730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marL="4114800" lvl="8" indent="-2667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221" name="Google Shape;221;p7"/>
          <p:cNvSpPr txBox="1">
            <a:spLocks noGrp="1"/>
          </p:cNvSpPr>
          <p:nvPr>
            <p:ph type="title"/>
          </p:nvPr>
        </p:nvSpPr>
        <p:spPr>
          <a:xfrm>
            <a:off x="720000" y="1084175"/>
            <a:ext cx="35295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22" name="Google Shape;222;p7"/>
          <p:cNvGrpSpPr/>
          <p:nvPr/>
        </p:nvGrpSpPr>
        <p:grpSpPr>
          <a:xfrm flipH="1">
            <a:off x="6862332" y="382213"/>
            <a:ext cx="1945499" cy="4379075"/>
            <a:chOff x="334975" y="382213"/>
            <a:chExt cx="1945499" cy="4379075"/>
          </a:xfrm>
        </p:grpSpPr>
        <p:sp>
          <p:nvSpPr>
            <p:cNvPr id="223" name="Google Shape;223;p7"/>
            <p:cNvSpPr/>
            <p:nvPr/>
          </p:nvSpPr>
          <p:spPr>
            <a:xfrm>
              <a:off x="1303340" y="3297437"/>
              <a:ext cx="968400" cy="490200"/>
            </a:xfrm>
            <a:prstGeom prst="rect">
              <a:avLst/>
            </a:prstGeom>
            <a:gradFill>
              <a:gsLst>
                <a:gs pos="0">
                  <a:schemeClr val="accent4"/>
                </a:gs>
                <a:gs pos="100000">
                  <a:schemeClr val="accent5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1303360" y="3786402"/>
              <a:ext cx="968385" cy="974485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lnTo>
                    <a:pt x="0" y="12681"/>
                  </a:lnTo>
                  <a:lnTo>
                    <a:pt x="12681" y="12681"/>
                  </a:ln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24580"/>
                  </a:schemeClr>
                </a:gs>
                <a:gs pos="100000">
                  <a:schemeClr val="lt2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1303360" y="3784881"/>
              <a:ext cx="968385" cy="974485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cubicBezTo>
                    <a:pt x="0" y="7003"/>
                    <a:pt x="5679" y="12681"/>
                    <a:pt x="12681" y="12681"/>
                  </a:cubicBez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24580"/>
                  </a:schemeClr>
                </a:gs>
                <a:gs pos="100000">
                  <a:schemeClr val="accent1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7"/>
            <p:cNvSpPr/>
            <p:nvPr/>
          </p:nvSpPr>
          <p:spPr>
            <a:xfrm>
              <a:off x="336463" y="382213"/>
              <a:ext cx="968461" cy="966464"/>
            </a:xfrm>
            <a:custGeom>
              <a:avLst/>
              <a:gdLst/>
              <a:ahLst/>
              <a:cxnLst/>
              <a:rect l="l" t="t" r="r" b="b"/>
              <a:pathLst>
                <a:path w="12682" h="12682" extrusionOk="0">
                  <a:moveTo>
                    <a:pt x="0" y="1"/>
                  </a:moveTo>
                  <a:lnTo>
                    <a:pt x="0" y="12682"/>
                  </a:lnTo>
                  <a:lnTo>
                    <a:pt x="12681" y="12682"/>
                  </a:lnTo>
                  <a:cubicBezTo>
                    <a:pt x="12681" y="5680"/>
                    <a:pt x="7003" y="1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24580"/>
                  </a:schemeClr>
                </a:gs>
                <a:gs pos="100000">
                  <a:schemeClr val="accent1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7"/>
            <p:cNvSpPr/>
            <p:nvPr/>
          </p:nvSpPr>
          <p:spPr>
            <a:xfrm>
              <a:off x="1303358" y="382213"/>
              <a:ext cx="968385" cy="966464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12681" y="1"/>
                  </a:moveTo>
                  <a:cubicBezTo>
                    <a:pt x="5679" y="1"/>
                    <a:pt x="0" y="5680"/>
                    <a:pt x="0" y="12682"/>
                  </a:cubicBezTo>
                  <a:lnTo>
                    <a:pt x="12681" y="12682"/>
                  </a:lnTo>
                  <a:lnTo>
                    <a:pt x="12681" y="1"/>
                  </a:lnTo>
                  <a:close/>
                </a:path>
              </a:pathLst>
            </a:custGeom>
            <a:gradFill>
              <a:gsLst>
                <a:gs pos="0">
                  <a:schemeClr val="accent5">
                    <a:alpha val="24580"/>
                  </a:schemeClr>
                </a:gs>
                <a:gs pos="100000">
                  <a:schemeClr val="accent4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334975" y="1348600"/>
              <a:ext cx="968461" cy="3412663"/>
            </a:xfrm>
            <a:custGeom>
              <a:avLst/>
              <a:gdLst/>
              <a:ahLst/>
              <a:cxnLst/>
              <a:rect l="l" t="t" r="r" b="b"/>
              <a:pathLst>
                <a:path w="12682" h="12682" extrusionOk="0">
                  <a:moveTo>
                    <a:pt x="0" y="1"/>
                  </a:moveTo>
                  <a:lnTo>
                    <a:pt x="0" y="12681"/>
                  </a:lnTo>
                  <a:lnTo>
                    <a:pt x="12681" y="12681"/>
                  </a:lnTo>
                  <a:lnTo>
                    <a:pt x="12681" y="1"/>
                  </a:lnTo>
                  <a:close/>
                </a:path>
              </a:pathLst>
            </a:custGeom>
            <a:gradFill>
              <a:gsLst>
                <a:gs pos="0">
                  <a:schemeClr val="accent4">
                    <a:alpha val="24580"/>
                  </a:schemeClr>
                </a:gs>
                <a:gs pos="100000">
                  <a:schemeClr val="accent5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334975" y="2322958"/>
              <a:ext cx="968461" cy="974485"/>
            </a:xfrm>
            <a:custGeom>
              <a:avLst/>
              <a:gdLst/>
              <a:ahLst/>
              <a:cxnLst/>
              <a:rect l="l" t="t" r="r" b="b"/>
              <a:pathLst>
                <a:path w="12682" h="12682" extrusionOk="0">
                  <a:moveTo>
                    <a:pt x="6341" y="3151"/>
                  </a:moveTo>
                  <a:cubicBezTo>
                    <a:pt x="8099" y="3151"/>
                    <a:pt x="9531" y="4583"/>
                    <a:pt x="9531" y="6341"/>
                  </a:cubicBezTo>
                  <a:cubicBezTo>
                    <a:pt x="9531" y="8099"/>
                    <a:pt x="8099" y="9521"/>
                    <a:pt x="6341" y="9521"/>
                  </a:cubicBezTo>
                  <a:cubicBezTo>
                    <a:pt x="4583" y="9521"/>
                    <a:pt x="3161" y="8099"/>
                    <a:pt x="3161" y="6341"/>
                  </a:cubicBezTo>
                  <a:cubicBezTo>
                    <a:pt x="3161" y="4583"/>
                    <a:pt x="4583" y="3151"/>
                    <a:pt x="6341" y="3151"/>
                  </a:cubicBezTo>
                  <a:close/>
                  <a:moveTo>
                    <a:pt x="6341" y="0"/>
                  </a:moveTo>
                  <a:cubicBezTo>
                    <a:pt x="2845" y="0"/>
                    <a:pt x="0" y="2835"/>
                    <a:pt x="0" y="6341"/>
                  </a:cubicBezTo>
                  <a:cubicBezTo>
                    <a:pt x="0" y="9837"/>
                    <a:pt x="2845" y="12681"/>
                    <a:pt x="6341" y="12681"/>
                  </a:cubicBezTo>
                  <a:cubicBezTo>
                    <a:pt x="9847" y="12681"/>
                    <a:pt x="12681" y="9837"/>
                    <a:pt x="12681" y="6341"/>
                  </a:cubicBezTo>
                  <a:cubicBezTo>
                    <a:pt x="12681" y="2835"/>
                    <a:pt x="9847" y="0"/>
                    <a:pt x="6341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24580"/>
                  </a:schemeClr>
                </a:gs>
                <a:gs pos="100000">
                  <a:schemeClr val="accent4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336502" y="3054458"/>
              <a:ext cx="968385" cy="974485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6340" y="3161"/>
                  </a:moveTo>
                  <a:cubicBezTo>
                    <a:pt x="8098" y="3161"/>
                    <a:pt x="9531" y="4583"/>
                    <a:pt x="9531" y="6341"/>
                  </a:cubicBezTo>
                  <a:cubicBezTo>
                    <a:pt x="9531" y="8099"/>
                    <a:pt x="8098" y="9521"/>
                    <a:pt x="6340" y="9521"/>
                  </a:cubicBezTo>
                  <a:cubicBezTo>
                    <a:pt x="4582" y="9521"/>
                    <a:pt x="3160" y="8099"/>
                    <a:pt x="3160" y="6341"/>
                  </a:cubicBezTo>
                  <a:cubicBezTo>
                    <a:pt x="3160" y="4583"/>
                    <a:pt x="4582" y="3161"/>
                    <a:pt x="6340" y="3161"/>
                  </a:cubicBezTo>
                  <a:close/>
                  <a:moveTo>
                    <a:pt x="6340" y="1"/>
                  </a:moveTo>
                  <a:cubicBezTo>
                    <a:pt x="2844" y="1"/>
                    <a:pt x="0" y="2845"/>
                    <a:pt x="0" y="6341"/>
                  </a:cubicBezTo>
                  <a:cubicBezTo>
                    <a:pt x="0" y="9848"/>
                    <a:pt x="2844" y="12682"/>
                    <a:pt x="6340" y="12682"/>
                  </a:cubicBezTo>
                  <a:cubicBezTo>
                    <a:pt x="9847" y="12682"/>
                    <a:pt x="12681" y="9848"/>
                    <a:pt x="12681" y="6341"/>
                  </a:cubicBezTo>
                  <a:cubicBezTo>
                    <a:pt x="12681" y="2845"/>
                    <a:pt x="9847" y="1"/>
                    <a:pt x="6340" y="1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24580"/>
                  </a:schemeClr>
                </a:gs>
                <a:gs pos="100000">
                  <a:schemeClr val="accent4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334975" y="3786034"/>
              <a:ext cx="968461" cy="975253"/>
            </a:xfrm>
            <a:custGeom>
              <a:avLst/>
              <a:gdLst/>
              <a:ahLst/>
              <a:cxnLst/>
              <a:rect l="l" t="t" r="r" b="b"/>
              <a:pathLst>
                <a:path w="12682" h="12692" extrusionOk="0">
                  <a:moveTo>
                    <a:pt x="6341" y="3161"/>
                  </a:moveTo>
                  <a:cubicBezTo>
                    <a:pt x="8099" y="3161"/>
                    <a:pt x="9531" y="4593"/>
                    <a:pt x="9531" y="6351"/>
                  </a:cubicBezTo>
                  <a:cubicBezTo>
                    <a:pt x="9531" y="8109"/>
                    <a:pt x="8099" y="9531"/>
                    <a:pt x="6341" y="9531"/>
                  </a:cubicBezTo>
                  <a:cubicBezTo>
                    <a:pt x="4583" y="9531"/>
                    <a:pt x="3161" y="8109"/>
                    <a:pt x="3161" y="6351"/>
                  </a:cubicBezTo>
                  <a:cubicBezTo>
                    <a:pt x="3161" y="4593"/>
                    <a:pt x="4583" y="3161"/>
                    <a:pt x="6341" y="3161"/>
                  </a:cubicBezTo>
                  <a:close/>
                  <a:moveTo>
                    <a:pt x="6341" y="0"/>
                  </a:moveTo>
                  <a:cubicBezTo>
                    <a:pt x="2845" y="0"/>
                    <a:pt x="0" y="2845"/>
                    <a:pt x="0" y="6351"/>
                  </a:cubicBezTo>
                  <a:cubicBezTo>
                    <a:pt x="0" y="9847"/>
                    <a:pt x="2845" y="12692"/>
                    <a:pt x="6341" y="12692"/>
                  </a:cubicBezTo>
                  <a:cubicBezTo>
                    <a:pt x="9847" y="12692"/>
                    <a:pt x="12681" y="9847"/>
                    <a:pt x="12681" y="6351"/>
                  </a:cubicBezTo>
                  <a:cubicBezTo>
                    <a:pt x="12681" y="2845"/>
                    <a:pt x="9847" y="0"/>
                    <a:pt x="6341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24580"/>
                  </a:schemeClr>
                </a:gs>
                <a:gs pos="100000">
                  <a:schemeClr val="accent4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 rot="5400000">
              <a:off x="1300334" y="1351667"/>
              <a:ext cx="974485" cy="968461"/>
            </a:xfrm>
            <a:custGeom>
              <a:avLst/>
              <a:gdLst/>
              <a:ahLst/>
              <a:cxnLst/>
              <a:rect l="l" t="t" r="r" b="b"/>
              <a:pathLst>
                <a:path w="12682" h="12682" extrusionOk="0">
                  <a:moveTo>
                    <a:pt x="1" y="1"/>
                  </a:moveTo>
                  <a:lnTo>
                    <a:pt x="1" y="12682"/>
                  </a:lnTo>
                  <a:lnTo>
                    <a:pt x="12682" y="12682"/>
                  </a:lnTo>
                  <a:cubicBezTo>
                    <a:pt x="12682" y="5680"/>
                    <a:pt x="7013" y="1"/>
                    <a:pt x="1" y="1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alpha val="24580"/>
                  </a:schemeClr>
                </a:gs>
                <a:gs pos="100000">
                  <a:schemeClr val="accent3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 rot="10800000" flipH="1">
              <a:off x="1303360" y="1348649"/>
              <a:ext cx="968385" cy="974485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cubicBezTo>
                    <a:pt x="0" y="7003"/>
                    <a:pt x="5679" y="12681"/>
                    <a:pt x="12681" y="12681"/>
                  </a:cubicBez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alpha val="24580"/>
                  </a:schemeClr>
                </a:gs>
                <a:gs pos="100000">
                  <a:schemeClr val="accent2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7"/>
            <p:cNvSpPr/>
            <p:nvPr/>
          </p:nvSpPr>
          <p:spPr>
            <a:xfrm rot="5400000" flipH="1">
              <a:off x="1300334" y="2325967"/>
              <a:ext cx="974485" cy="968461"/>
            </a:xfrm>
            <a:custGeom>
              <a:avLst/>
              <a:gdLst/>
              <a:ahLst/>
              <a:cxnLst/>
              <a:rect l="l" t="t" r="r" b="b"/>
              <a:pathLst>
                <a:path w="12682" h="12682" extrusionOk="0">
                  <a:moveTo>
                    <a:pt x="1" y="1"/>
                  </a:moveTo>
                  <a:lnTo>
                    <a:pt x="1" y="12682"/>
                  </a:lnTo>
                  <a:lnTo>
                    <a:pt x="12682" y="12682"/>
                  </a:lnTo>
                  <a:cubicBezTo>
                    <a:pt x="12682" y="5680"/>
                    <a:pt x="7013" y="1"/>
                    <a:pt x="1" y="1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alpha val="24580"/>
                  </a:schemeClr>
                </a:gs>
                <a:gs pos="100000">
                  <a:schemeClr val="accent3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1303360" y="2322961"/>
              <a:ext cx="968385" cy="974485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cubicBezTo>
                    <a:pt x="0" y="7003"/>
                    <a:pt x="5679" y="12681"/>
                    <a:pt x="12681" y="12681"/>
                  </a:cubicBez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alpha val="24580"/>
                  </a:schemeClr>
                </a:gs>
                <a:gs pos="100000">
                  <a:schemeClr val="accent2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1303340" y="3296600"/>
              <a:ext cx="487200" cy="4902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1793274" y="3296600"/>
              <a:ext cx="487200" cy="490200"/>
            </a:xfrm>
            <a:prstGeom prst="star4">
              <a:avLst>
                <a:gd name="adj" fmla="val 12500"/>
              </a:avLst>
            </a:prstGeom>
            <a:gradFill>
              <a:gsLst>
                <a:gs pos="0">
                  <a:schemeClr val="accent5"/>
                </a:gs>
                <a:gs pos="100000">
                  <a:schemeClr val="accent4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oogle Shape;371;p13"/>
          <p:cNvGrpSpPr/>
          <p:nvPr/>
        </p:nvGrpSpPr>
        <p:grpSpPr>
          <a:xfrm>
            <a:off x="-49650" y="-79950"/>
            <a:ext cx="9243300" cy="5303400"/>
            <a:chOff x="-49650" y="-79950"/>
            <a:chExt cx="9243300" cy="5303400"/>
          </a:xfrm>
        </p:grpSpPr>
        <p:cxnSp>
          <p:nvCxnSpPr>
            <p:cNvPr id="372" name="Google Shape;372;p13"/>
            <p:cNvCxnSpPr/>
            <p:nvPr/>
          </p:nvCxnSpPr>
          <p:spPr>
            <a:xfrm rot="10800000">
              <a:off x="32317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13"/>
            <p:cNvCxnSpPr/>
            <p:nvPr/>
          </p:nvCxnSpPr>
          <p:spPr>
            <a:xfrm>
              <a:off x="-49650" y="861161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13"/>
            <p:cNvCxnSpPr/>
            <p:nvPr/>
          </p:nvCxnSpPr>
          <p:spPr>
            <a:xfrm>
              <a:off x="-49650" y="1349897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13"/>
            <p:cNvCxnSpPr/>
            <p:nvPr/>
          </p:nvCxnSpPr>
          <p:spPr>
            <a:xfrm>
              <a:off x="-49650" y="1838633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6" name="Google Shape;376;p13"/>
            <p:cNvCxnSpPr/>
            <p:nvPr/>
          </p:nvCxnSpPr>
          <p:spPr>
            <a:xfrm>
              <a:off x="-49650" y="2327369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7" name="Google Shape;377;p13"/>
            <p:cNvCxnSpPr/>
            <p:nvPr/>
          </p:nvCxnSpPr>
          <p:spPr>
            <a:xfrm>
              <a:off x="-49650" y="2816106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8" name="Google Shape;378;p13"/>
            <p:cNvCxnSpPr/>
            <p:nvPr/>
          </p:nvCxnSpPr>
          <p:spPr>
            <a:xfrm>
              <a:off x="-49650" y="3304842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" name="Google Shape;379;p13"/>
            <p:cNvCxnSpPr/>
            <p:nvPr/>
          </p:nvCxnSpPr>
          <p:spPr>
            <a:xfrm>
              <a:off x="-49650" y="3793578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0" name="Google Shape;380;p13"/>
            <p:cNvCxnSpPr/>
            <p:nvPr/>
          </p:nvCxnSpPr>
          <p:spPr>
            <a:xfrm>
              <a:off x="-49650" y="4282314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1" name="Google Shape;381;p13"/>
            <p:cNvCxnSpPr/>
            <p:nvPr/>
          </p:nvCxnSpPr>
          <p:spPr>
            <a:xfrm>
              <a:off x="-49650" y="4771050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2" name="Google Shape;382;p13"/>
            <p:cNvCxnSpPr/>
            <p:nvPr/>
          </p:nvCxnSpPr>
          <p:spPr>
            <a:xfrm rot="10800000">
              <a:off x="97684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3" name="Google Shape;383;p13"/>
            <p:cNvCxnSpPr/>
            <p:nvPr/>
          </p:nvCxnSpPr>
          <p:spPr>
            <a:xfrm rot="10800000">
              <a:off x="163050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4" name="Google Shape;384;p13"/>
            <p:cNvCxnSpPr/>
            <p:nvPr/>
          </p:nvCxnSpPr>
          <p:spPr>
            <a:xfrm rot="10800000">
              <a:off x="228417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5" name="Google Shape;385;p13"/>
            <p:cNvCxnSpPr/>
            <p:nvPr/>
          </p:nvCxnSpPr>
          <p:spPr>
            <a:xfrm>
              <a:off x="-49650" y="372425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6" name="Google Shape;386;p13"/>
            <p:cNvCxnSpPr/>
            <p:nvPr/>
          </p:nvCxnSpPr>
          <p:spPr>
            <a:xfrm rot="10800000">
              <a:off x="293783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7" name="Google Shape;387;p13"/>
            <p:cNvCxnSpPr/>
            <p:nvPr/>
          </p:nvCxnSpPr>
          <p:spPr>
            <a:xfrm rot="10800000">
              <a:off x="359150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8" name="Google Shape;388;p13"/>
            <p:cNvCxnSpPr/>
            <p:nvPr/>
          </p:nvCxnSpPr>
          <p:spPr>
            <a:xfrm rot="10800000">
              <a:off x="424516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9" name="Google Shape;389;p13"/>
            <p:cNvCxnSpPr/>
            <p:nvPr/>
          </p:nvCxnSpPr>
          <p:spPr>
            <a:xfrm rot="10800000">
              <a:off x="489883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0" name="Google Shape;390;p13"/>
            <p:cNvCxnSpPr/>
            <p:nvPr/>
          </p:nvCxnSpPr>
          <p:spPr>
            <a:xfrm rot="10800000">
              <a:off x="555249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1" name="Google Shape;391;p13"/>
            <p:cNvCxnSpPr/>
            <p:nvPr/>
          </p:nvCxnSpPr>
          <p:spPr>
            <a:xfrm rot="10800000">
              <a:off x="620616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2" name="Google Shape;392;p13"/>
            <p:cNvCxnSpPr/>
            <p:nvPr/>
          </p:nvCxnSpPr>
          <p:spPr>
            <a:xfrm rot="10800000">
              <a:off x="685982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3" name="Google Shape;393;p13"/>
            <p:cNvCxnSpPr/>
            <p:nvPr/>
          </p:nvCxnSpPr>
          <p:spPr>
            <a:xfrm rot="10800000">
              <a:off x="751349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3"/>
            <p:cNvCxnSpPr/>
            <p:nvPr/>
          </p:nvCxnSpPr>
          <p:spPr>
            <a:xfrm rot="10800000">
              <a:off x="816715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5" name="Google Shape;395;p13"/>
            <p:cNvCxnSpPr/>
            <p:nvPr/>
          </p:nvCxnSpPr>
          <p:spPr>
            <a:xfrm rot="10800000">
              <a:off x="882082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96" name="Google Shape;396;p13"/>
          <p:cNvSpPr txBox="1">
            <a:spLocks noGrp="1"/>
          </p:cNvSpPr>
          <p:nvPr>
            <p:ph type="title"/>
          </p:nvPr>
        </p:nvSpPr>
        <p:spPr>
          <a:xfrm>
            <a:off x="720003" y="1698075"/>
            <a:ext cx="33951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7" name="Google Shape;397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13" y="1149375"/>
            <a:ext cx="14838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98" name="Google Shape;398;p13"/>
          <p:cNvSpPr txBox="1">
            <a:spLocks noGrp="1"/>
          </p:cNvSpPr>
          <p:nvPr>
            <p:ph type="subTitle" idx="1"/>
          </p:nvPr>
        </p:nvSpPr>
        <p:spPr>
          <a:xfrm>
            <a:off x="719988" y="2155275"/>
            <a:ext cx="2743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13"/>
          <p:cNvSpPr txBox="1">
            <a:spLocks noGrp="1"/>
          </p:cNvSpPr>
          <p:nvPr>
            <p:ph type="title" idx="3"/>
          </p:nvPr>
        </p:nvSpPr>
        <p:spPr>
          <a:xfrm>
            <a:off x="4832849" y="1698075"/>
            <a:ext cx="3360600" cy="44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0" name="Google Shape;400;p13"/>
          <p:cNvSpPr txBox="1">
            <a:spLocks noGrp="1"/>
          </p:cNvSpPr>
          <p:nvPr>
            <p:ph type="title" idx="4" hasCustomPrompt="1"/>
          </p:nvPr>
        </p:nvSpPr>
        <p:spPr>
          <a:xfrm>
            <a:off x="4832838" y="1149375"/>
            <a:ext cx="14838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01" name="Google Shape;401;p13"/>
          <p:cNvSpPr txBox="1">
            <a:spLocks noGrp="1"/>
          </p:cNvSpPr>
          <p:nvPr>
            <p:ph type="subTitle" idx="5"/>
          </p:nvPr>
        </p:nvSpPr>
        <p:spPr>
          <a:xfrm>
            <a:off x="4832813" y="2155275"/>
            <a:ext cx="2743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3"/>
          <p:cNvSpPr txBox="1">
            <a:spLocks noGrp="1"/>
          </p:cNvSpPr>
          <p:nvPr>
            <p:ph type="title" idx="6"/>
          </p:nvPr>
        </p:nvSpPr>
        <p:spPr>
          <a:xfrm>
            <a:off x="720003" y="3544225"/>
            <a:ext cx="33951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3" name="Google Shape;403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13" y="2995525"/>
            <a:ext cx="14838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04" name="Google Shape;404;p13"/>
          <p:cNvSpPr txBox="1">
            <a:spLocks noGrp="1"/>
          </p:cNvSpPr>
          <p:nvPr>
            <p:ph type="subTitle" idx="8"/>
          </p:nvPr>
        </p:nvSpPr>
        <p:spPr>
          <a:xfrm>
            <a:off x="719988" y="4001425"/>
            <a:ext cx="2743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3"/>
          <p:cNvSpPr txBox="1">
            <a:spLocks noGrp="1"/>
          </p:cNvSpPr>
          <p:nvPr>
            <p:ph type="title" idx="9"/>
          </p:nvPr>
        </p:nvSpPr>
        <p:spPr>
          <a:xfrm>
            <a:off x="4832828" y="3544225"/>
            <a:ext cx="33606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6" name="Google Shape;406;p13"/>
          <p:cNvSpPr txBox="1">
            <a:spLocks noGrp="1"/>
          </p:cNvSpPr>
          <p:nvPr>
            <p:ph type="title" idx="13" hasCustomPrompt="1"/>
          </p:nvPr>
        </p:nvSpPr>
        <p:spPr>
          <a:xfrm>
            <a:off x="4832838" y="2995525"/>
            <a:ext cx="14838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07" name="Google Shape;407;p13"/>
          <p:cNvSpPr txBox="1">
            <a:spLocks noGrp="1"/>
          </p:cNvSpPr>
          <p:nvPr>
            <p:ph type="subTitle" idx="14"/>
          </p:nvPr>
        </p:nvSpPr>
        <p:spPr>
          <a:xfrm>
            <a:off x="4832813" y="4001425"/>
            <a:ext cx="2743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8" name="Google Shape;408;p13"/>
          <p:cNvSpPr txBox="1">
            <a:spLocks noGrp="1"/>
          </p:cNvSpPr>
          <p:nvPr>
            <p:ph type="title" idx="15"/>
          </p:nvPr>
        </p:nvSpPr>
        <p:spPr>
          <a:xfrm>
            <a:off x="720000" y="468337"/>
            <a:ext cx="77040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334951" y="384124"/>
            <a:ext cx="365700" cy="365700"/>
          </a:xfrm>
          <a:prstGeom prst="star4">
            <a:avLst>
              <a:gd name="adj" fmla="val 12500"/>
            </a:avLst>
          </a:prstGeom>
          <a:gradFill>
            <a:gsLst>
              <a:gs pos="0">
                <a:srgbClr val="F9C11B"/>
              </a:gs>
              <a:gs pos="100000">
                <a:srgbClr val="AD081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0" name="Google Shape;410;p13"/>
          <p:cNvGrpSpPr/>
          <p:nvPr/>
        </p:nvGrpSpPr>
        <p:grpSpPr>
          <a:xfrm>
            <a:off x="8193351" y="392309"/>
            <a:ext cx="620168" cy="1551903"/>
            <a:chOff x="7409837" y="2311985"/>
            <a:chExt cx="1014175" cy="2545772"/>
          </a:xfrm>
        </p:grpSpPr>
        <p:sp>
          <p:nvSpPr>
            <p:cNvPr id="411" name="Google Shape;411;p13"/>
            <p:cNvSpPr/>
            <p:nvPr/>
          </p:nvSpPr>
          <p:spPr>
            <a:xfrm flipH="1">
              <a:off x="7411354" y="2311985"/>
              <a:ext cx="1012658" cy="1017445"/>
            </a:xfrm>
            <a:custGeom>
              <a:avLst/>
              <a:gdLst/>
              <a:ahLst/>
              <a:cxnLst/>
              <a:rect l="l" t="t" r="r" b="b"/>
              <a:pathLst>
                <a:path w="12682" h="12682" extrusionOk="0">
                  <a:moveTo>
                    <a:pt x="6341" y="3151"/>
                  </a:moveTo>
                  <a:cubicBezTo>
                    <a:pt x="8099" y="3151"/>
                    <a:pt x="9531" y="4583"/>
                    <a:pt x="9531" y="6341"/>
                  </a:cubicBezTo>
                  <a:cubicBezTo>
                    <a:pt x="9531" y="8099"/>
                    <a:pt x="8099" y="9521"/>
                    <a:pt x="6341" y="9521"/>
                  </a:cubicBezTo>
                  <a:cubicBezTo>
                    <a:pt x="4583" y="9521"/>
                    <a:pt x="3161" y="8099"/>
                    <a:pt x="3161" y="6341"/>
                  </a:cubicBezTo>
                  <a:cubicBezTo>
                    <a:pt x="3161" y="4583"/>
                    <a:pt x="4583" y="3151"/>
                    <a:pt x="6341" y="3151"/>
                  </a:cubicBezTo>
                  <a:close/>
                  <a:moveTo>
                    <a:pt x="6341" y="0"/>
                  </a:moveTo>
                  <a:cubicBezTo>
                    <a:pt x="2845" y="0"/>
                    <a:pt x="0" y="2835"/>
                    <a:pt x="0" y="6341"/>
                  </a:cubicBezTo>
                  <a:cubicBezTo>
                    <a:pt x="0" y="9837"/>
                    <a:pt x="2845" y="12681"/>
                    <a:pt x="6341" y="12681"/>
                  </a:cubicBezTo>
                  <a:cubicBezTo>
                    <a:pt x="9847" y="12681"/>
                    <a:pt x="12681" y="9837"/>
                    <a:pt x="12681" y="6341"/>
                  </a:cubicBezTo>
                  <a:cubicBezTo>
                    <a:pt x="12681" y="2835"/>
                    <a:pt x="9847" y="0"/>
                    <a:pt x="6341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24580"/>
                  </a:schemeClr>
                </a:gs>
                <a:gs pos="100000">
                  <a:schemeClr val="accent4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3"/>
            <p:cNvSpPr/>
            <p:nvPr/>
          </p:nvSpPr>
          <p:spPr>
            <a:xfrm flipH="1">
              <a:off x="7409837" y="3075708"/>
              <a:ext cx="1012578" cy="1017445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6340" y="3161"/>
                  </a:moveTo>
                  <a:cubicBezTo>
                    <a:pt x="8098" y="3161"/>
                    <a:pt x="9531" y="4583"/>
                    <a:pt x="9531" y="6341"/>
                  </a:cubicBezTo>
                  <a:cubicBezTo>
                    <a:pt x="9531" y="8099"/>
                    <a:pt x="8098" y="9521"/>
                    <a:pt x="6340" y="9521"/>
                  </a:cubicBezTo>
                  <a:cubicBezTo>
                    <a:pt x="4582" y="9521"/>
                    <a:pt x="3160" y="8099"/>
                    <a:pt x="3160" y="6341"/>
                  </a:cubicBezTo>
                  <a:cubicBezTo>
                    <a:pt x="3160" y="4583"/>
                    <a:pt x="4582" y="3161"/>
                    <a:pt x="6340" y="3161"/>
                  </a:cubicBezTo>
                  <a:close/>
                  <a:moveTo>
                    <a:pt x="6340" y="1"/>
                  </a:moveTo>
                  <a:cubicBezTo>
                    <a:pt x="2844" y="1"/>
                    <a:pt x="0" y="2845"/>
                    <a:pt x="0" y="6341"/>
                  </a:cubicBezTo>
                  <a:cubicBezTo>
                    <a:pt x="0" y="9848"/>
                    <a:pt x="2844" y="12682"/>
                    <a:pt x="6340" y="12682"/>
                  </a:cubicBezTo>
                  <a:cubicBezTo>
                    <a:pt x="9847" y="12682"/>
                    <a:pt x="12681" y="9848"/>
                    <a:pt x="12681" y="6341"/>
                  </a:cubicBezTo>
                  <a:cubicBezTo>
                    <a:pt x="12681" y="2845"/>
                    <a:pt x="9847" y="1"/>
                    <a:pt x="6340" y="1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24580"/>
                  </a:schemeClr>
                </a:gs>
                <a:gs pos="100000">
                  <a:schemeClr val="lt2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3"/>
            <p:cNvSpPr/>
            <p:nvPr/>
          </p:nvSpPr>
          <p:spPr>
            <a:xfrm flipH="1">
              <a:off x="7411354" y="3839510"/>
              <a:ext cx="1012658" cy="1018247"/>
            </a:xfrm>
            <a:custGeom>
              <a:avLst/>
              <a:gdLst/>
              <a:ahLst/>
              <a:cxnLst/>
              <a:rect l="l" t="t" r="r" b="b"/>
              <a:pathLst>
                <a:path w="12682" h="12692" extrusionOk="0">
                  <a:moveTo>
                    <a:pt x="6341" y="3161"/>
                  </a:moveTo>
                  <a:cubicBezTo>
                    <a:pt x="8099" y="3161"/>
                    <a:pt x="9531" y="4593"/>
                    <a:pt x="9531" y="6351"/>
                  </a:cubicBezTo>
                  <a:cubicBezTo>
                    <a:pt x="9531" y="8109"/>
                    <a:pt x="8099" y="9531"/>
                    <a:pt x="6341" y="9531"/>
                  </a:cubicBezTo>
                  <a:cubicBezTo>
                    <a:pt x="4583" y="9531"/>
                    <a:pt x="3161" y="8109"/>
                    <a:pt x="3161" y="6351"/>
                  </a:cubicBezTo>
                  <a:cubicBezTo>
                    <a:pt x="3161" y="4593"/>
                    <a:pt x="4583" y="3161"/>
                    <a:pt x="6341" y="3161"/>
                  </a:cubicBezTo>
                  <a:close/>
                  <a:moveTo>
                    <a:pt x="6341" y="0"/>
                  </a:moveTo>
                  <a:cubicBezTo>
                    <a:pt x="2845" y="0"/>
                    <a:pt x="0" y="2845"/>
                    <a:pt x="0" y="6351"/>
                  </a:cubicBezTo>
                  <a:cubicBezTo>
                    <a:pt x="0" y="9847"/>
                    <a:pt x="2845" y="12692"/>
                    <a:pt x="6341" y="12692"/>
                  </a:cubicBezTo>
                  <a:cubicBezTo>
                    <a:pt x="9847" y="12692"/>
                    <a:pt x="12681" y="9847"/>
                    <a:pt x="12681" y="6351"/>
                  </a:cubicBezTo>
                  <a:cubicBezTo>
                    <a:pt x="12681" y="2845"/>
                    <a:pt x="9847" y="0"/>
                    <a:pt x="6341" y="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alpha val="24580"/>
                  </a:schemeClr>
                </a:gs>
                <a:gs pos="100000">
                  <a:schemeClr val="accent2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3" name="Google Shape;513;p17"/>
          <p:cNvGrpSpPr/>
          <p:nvPr/>
        </p:nvGrpSpPr>
        <p:grpSpPr>
          <a:xfrm>
            <a:off x="-49650" y="-79950"/>
            <a:ext cx="9243300" cy="5303400"/>
            <a:chOff x="-49650" y="-79950"/>
            <a:chExt cx="9243300" cy="5303400"/>
          </a:xfrm>
        </p:grpSpPr>
        <p:cxnSp>
          <p:nvCxnSpPr>
            <p:cNvPr id="514" name="Google Shape;514;p17"/>
            <p:cNvCxnSpPr/>
            <p:nvPr/>
          </p:nvCxnSpPr>
          <p:spPr>
            <a:xfrm rot="10800000">
              <a:off x="32317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5" name="Google Shape;515;p17"/>
            <p:cNvCxnSpPr/>
            <p:nvPr/>
          </p:nvCxnSpPr>
          <p:spPr>
            <a:xfrm>
              <a:off x="-49650" y="861161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6" name="Google Shape;516;p17"/>
            <p:cNvCxnSpPr/>
            <p:nvPr/>
          </p:nvCxnSpPr>
          <p:spPr>
            <a:xfrm>
              <a:off x="-49650" y="1349897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7" name="Google Shape;517;p17"/>
            <p:cNvCxnSpPr/>
            <p:nvPr/>
          </p:nvCxnSpPr>
          <p:spPr>
            <a:xfrm>
              <a:off x="-49650" y="1838633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8" name="Google Shape;518;p17"/>
            <p:cNvCxnSpPr/>
            <p:nvPr/>
          </p:nvCxnSpPr>
          <p:spPr>
            <a:xfrm>
              <a:off x="-49650" y="2327369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9" name="Google Shape;519;p17"/>
            <p:cNvCxnSpPr/>
            <p:nvPr/>
          </p:nvCxnSpPr>
          <p:spPr>
            <a:xfrm>
              <a:off x="-49650" y="2816106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0" name="Google Shape;520;p17"/>
            <p:cNvCxnSpPr/>
            <p:nvPr/>
          </p:nvCxnSpPr>
          <p:spPr>
            <a:xfrm>
              <a:off x="-49650" y="3304842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1" name="Google Shape;521;p17"/>
            <p:cNvCxnSpPr/>
            <p:nvPr/>
          </p:nvCxnSpPr>
          <p:spPr>
            <a:xfrm>
              <a:off x="-49650" y="3793578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2" name="Google Shape;522;p17"/>
            <p:cNvCxnSpPr/>
            <p:nvPr/>
          </p:nvCxnSpPr>
          <p:spPr>
            <a:xfrm>
              <a:off x="-49650" y="4282314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3" name="Google Shape;523;p17"/>
            <p:cNvCxnSpPr/>
            <p:nvPr/>
          </p:nvCxnSpPr>
          <p:spPr>
            <a:xfrm>
              <a:off x="-49650" y="4771050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4" name="Google Shape;524;p17"/>
            <p:cNvCxnSpPr/>
            <p:nvPr/>
          </p:nvCxnSpPr>
          <p:spPr>
            <a:xfrm rot="10800000">
              <a:off x="97684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5" name="Google Shape;525;p17"/>
            <p:cNvCxnSpPr/>
            <p:nvPr/>
          </p:nvCxnSpPr>
          <p:spPr>
            <a:xfrm rot="10800000">
              <a:off x="163050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6" name="Google Shape;526;p17"/>
            <p:cNvCxnSpPr/>
            <p:nvPr/>
          </p:nvCxnSpPr>
          <p:spPr>
            <a:xfrm rot="10800000">
              <a:off x="228417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7" name="Google Shape;527;p17"/>
            <p:cNvCxnSpPr/>
            <p:nvPr/>
          </p:nvCxnSpPr>
          <p:spPr>
            <a:xfrm>
              <a:off x="-49650" y="372425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8" name="Google Shape;528;p17"/>
            <p:cNvCxnSpPr/>
            <p:nvPr/>
          </p:nvCxnSpPr>
          <p:spPr>
            <a:xfrm rot="10800000">
              <a:off x="293783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9" name="Google Shape;529;p17"/>
            <p:cNvCxnSpPr/>
            <p:nvPr/>
          </p:nvCxnSpPr>
          <p:spPr>
            <a:xfrm rot="10800000">
              <a:off x="359150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0" name="Google Shape;530;p17"/>
            <p:cNvCxnSpPr/>
            <p:nvPr/>
          </p:nvCxnSpPr>
          <p:spPr>
            <a:xfrm rot="10800000">
              <a:off x="424516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1" name="Google Shape;531;p17"/>
            <p:cNvCxnSpPr/>
            <p:nvPr/>
          </p:nvCxnSpPr>
          <p:spPr>
            <a:xfrm rot="10800000">
              <a:off x="489883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2" name="Google Shape;532;p17"/>
            <p:cNvCxnSpPr/>
            <p:nvPr/>
          </p:nvCxnSpPr>
          <p:spPr>
            <a:xfrm rot="10800000">
              <a:off x="555249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3" name="Google Shape;533;p17"/>
            <p:cNvCxnSpPr/>
            <p:nvPr/>
          </p:nvCxnSpPr>
          <p:spPr>
            <a:xfrm rot="10800000">
              <a:off x="620616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4" name="Google Shape;534;p17"/>
            <p:cNvCxnSpPr/>
            <p:nvPr/>
          </p:nvCxnSpPr>
          <p:spPr>
            <a:xfrm rot="10800000">
              <a:off x="685982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5" name="Google Shape;535;p17"/>
            <p:cNvCxnSpPr/>
            <p:nvPr/>
          </p:nvCxnSpPr>
          <p:spPr>
            <a:xfrm rot="10800000">
              <a:off x="751349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6" name="Google Shape;536;p17"/>
            <p:cNvCxnSpPr/>
            <p:nvPr/>
          </p:nvCxnSpPr>
          <p:spPr>
            <a:xfrm rot="10800000">
              <a:off x="816715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7" name="Google Shape;537;p17"/>
            <p:cNvCxnSpPr/>
            <p:nvPr/>
          </p:nvCxnSpPr>
          <p:spPr>
            <a:xfrm rot="10800000">
              <a:off x="882082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38" name="Google Shape;538;p17"/>
          <p:cNvSpPr txBox="1">
            <a:spLocks noGrp="1"/>
          </p:cNvSpPr>
          <p:nvPr>
            <p:ph type="title"/>
          </p:nvPr>
        </p:nvSpPr>
        <p:spPr>
          <a:xfrm>
            <a:off x="720000" y="2571738"/>
            <a:ext cx="23364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39" name="Google Shape;539;p17"/>
          <p:cNvSpPr txBox="1">
            <a:spLocks noGrp="1"/>
          </p:cNvSpPr>
          <p:nvPr>
            <p:ph type="subTitle" idx="1"/>
          </p:nvPr>
        </p:nvSpPr>
        <p:spPr>
          <a:xfrm>
            <a:off x="720000" y="3028938"/>
            <a:ext cx="23364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0" name="Google Shape;540;p17"/>
          <p:cNvSpPr txBox="1">
            <a:spLocks noGrp="1"/>
          </p:cNvSpPr>
          <p:nvPr>
            <p:ph type="title" idx="2"/>
          </p:nvPr>
        </p:nvSpPr>
        <p:spPr>
          <a:xfrm>
            <a:off x="3403800" y="2571738"/>
            <a:ext cx="23364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41" name="Google Shape;541;p17"/>
          <p:cNvSpPr txBox="1">
            <a:spLocks noGrp="1"/>
          </p:cNvSpPr>
          <p:nvPr>
            <p:ph type="subTitle" idx="3"/>
          </p:nvPr>
        </p:nvSpPr>
        <p:spPr>
          <a:xfrm>
            <a:off x="3403800" y="3028938"/>
            <a:ext cx="23364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2" name="Google Shape;542;p17"/>
          <p:cNvSpPr txBox="1">
            <a:spLocks noGrp="1"/>
          </p:cNvSpPr>
          <p:nvPr>
            <p:ph type="title" idx="4"/>
          </p:nvPr>
        </p:nvSpPr>
        <p:spPr>
          <a:xfrm>
            <a:off x="6087600" y="2571738"/>
            <a:ext cx="23364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43" name="Google Shape;543;p17"/>
          <p:cNvSpPr txBox="1">
            <a:spLocks noGrp="1"/>
          </p:cNvSpPr>
          <p:nvPr>
            <p:ph type="subTitle" idx="5"/>
          </p:nvPr>
        </p:nvSpPr>
        <p:spPr>
          <a:xfrm>
            <a:off x="6087600" y="3028938"/>
            <a:ext cx="2336400" cy="82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17"/>
          <p:cNvSpPr txBox="1">
            <a:spLocks noGrp="1"/>
          </p:cNvSpPr>
          <p:nvPr>
            <p:ph type="title" idx="6"/>
          </p:nvPr>
        </p:nvSpPr>
        <p:spPr>
          <a:xfrm>
            <a:off x="720000" y="468337"/>
            <a:ext cx="77040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45" name="Google Shape;545;p17"/>
          <p:cNvSpPr/>
          <p:nvPr/>
        </p:nvSpPr>
        <p:spPr>
          <a:xfrm>
            <a:off x="334951" y="384124"/>
            <a:ext cx="365700" cy="365700"/>
          </a:xfrm>
          <a:prstGeom prst="star4">
            <a:avLst>
              <a:gd name="adj" fmla="val 12500"/>
            </a:avLst>
          </a:prstGeom>
          <a:gradFill>
            <a:gsLst>
              <a:gs pos="0">
                <a:srgbClr val="F9C11B"/>
              </a:gs>
              <a:gs pos="100000">
                <a:srgbClr val="AD0816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6" name="Google Shape;546;p17"/>
          <p:cNvGrpSpPr/>
          <p:nvPr/>
        </p:nvGrpSpPr>
        <p:grpSpPr>
          <a:xfrm>
            <a:off x="8029037" y="3976372"/>
            <a:ext cx="780040" cy="785066"/>
            <a:chOff x="8029037" y="3976372"/>
            <a:chExt cx="780040" cy="785066"/>
          </a:xfrm>
        </p:grpSpPr>
        <p:sp>
          <p:nvSpPr>
            <p:cNvPr id="547" name="Google Shape;547;p17"/>
            <p:cNvSpPr/>
            <p:nvPr/>
          </p:nvSpPr>
          <p:spPr>
            <a:xfrm flipH="1">
              <a:off x="8029037" y="3977595"/>
              <a:ext cx="780040" cy="783843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lnTo>
                    <a:pt x="0" y="12681"/>
                  </a:lnTo>
                  <a:lnTo>
                    <a:pt x="12681" y="12681"/>
                  </a:ln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24580"/>
                  </a:schemeClr>
                </a:gs>
                <a:gs pos="100000">
                  <a:schemeClr val="accent4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7"/>
            <p:cNvSpPr/>
            <p:nvPr/>
          </p:nvSpPr>
          <p:spPr>
            <a:xfrm flipH="1">
              <a:off x="8029037" y="3976372"/>
              <a:ext cx="780040" cy="783843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cubicBezTo>
                    <a:pt x="0" y="7003"/>
                    <a:pt x="5679" y="12681"/>
                    <a:pt x="12681" y="12681"/>
                  </a:cubicBez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4">
                    <a:alpha val="24580"/>
                  </a:schemeClr>
                </a:gs>
                <a:gs pos="100000">
                  <a:schemeClr val="accent5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0" name="Google Shape;740;p23"/>
          <p:cNvGrpSpPr/>
          <p:nvPr/>
        </p:nvGrpSpPr>
        <p:grpSpPr>
          <a:xfrm>
            <a:off x="-49650" y="-79950"/>
            <a:ext cx="9243300" cy="5303400"/>
            <a:chOff x="-49650" y="-79950"/>
            <a:chExt cx="9243300" cy="5303400"/>
          </a:xfrm>
        </p:grpSpPr>
        <p:cxnSp>
          <p:nvCxnSpPr>
            <p:cNvPr id="741" name="Google Shape;741;p23"/>
            <p:cNvCxnSpPr/>
            <p:nvPr/>
          </p:nvCxnSpPr>
          <p:spPr>
            <a:xfrm rot="10800000">
              <a:off x="32317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2" name="Google Shape;742;p23"/>
            <p:cNvCxnSpPr/>
            <p:nvPr/>
          </p:nvCxnSpPr>
          <p:spPr>
            <a:xfrm>
              <a:off x="-49650" y="861161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3" name="Google Shape;743;p23"/>
            <p:cNvCxnSpPr/>
            <p:nvPr/>
          </p:nvCxnSpPr>
          <p:spPr>
            <a:xfrm>
              <a:off x="-49650" y="1349897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4" name="Google Shape;744;p23"/>
            <p:cNvCxnSpPr/>
            <p:nvPr/>
          </p:nvCxnSpPr>
          <p:spPr>
            <a:xfrm>
              <a:off x="-49650" y="1838633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5" name="Google Shape;745;p23"/>
            <p:cNvCxnSpPr/>
            <p:nvPr/>
          </p:nvCxnSpPr>
          <p:spPr>
            <a:xfrm>
              <a:off x="-49650" y="2327369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6" name="Google Shape;746;p23"/>
            <p:cNvCxnSpPr/>
            <p:nvPr/>
          </p:nvCxnSpPr>
          <p:spPr>
            <a:xfrm>
              <a:off x="-49650" y="2816106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7" name="Google Shape;747;p23"/>
            <p:cNvCxnSpPr/>
            <p:nvPr/>
          </p:nvCxnSpPr>
          <p:spPr>
            <a:xfrm>
              <a:off x="-49650" y="3304842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8" name="Google Shape;748;p23"/>
            <p:cNvCxnSpPr/>
            <p:nvPr/>
          </p:nvCxnSpPr>
          <p:spPr>
            <a:xfrm>
              <a:off x="-49650" y="3793578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9" name="Google Shape;749;p23"/>
            <p:cNvCxnSpPr/>
            <p:nvPr/>
          </p:nvCxnSpPr>
          <p:spPr>
            <a:xfrm>
              <a:off x="-49650" y="4282314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0" name="Google Shape;750;p23"/>
            <p:cNvCxnSpPr/>
            <p:nvPr/>
          </p:nvCxnSpPr>
          <p:spPr>
            <a:xfrm>
              <a:off x="-49650" y="4771050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1" name="Google Shape;751;p23"/>
            <p:cNvCxnSpPr/>
            <p:nvPr/>
          </p:nvCxnSpPr>
          <p:spPr>
            <a:xfrm rot="10800000">
              <a:off x="97684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2" name="Google Shape;752;p23"/>
            <p:cNvCxnSpPr/>
            <p:nvPr/>
          </p:nvCxnSpPr>
          <p:spPr>
            <a:xfrm rot="10800000">
              <a:off x="163050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3" name="Google Shape;753;p23"/>
            <p:cNvCxnSpPr/>
            <p:nvPr/>
          </p:nvCxnSpPr>
          <p:spPr>
            <a:xfrm rot="10800000">
              <a:off x="228417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4" name="Google Shape;754;p23"/>
            <p:cNvCxnSpPr/>
            <p:nvPr/>
          </p:nvCxnSpPr>
          <p:spPr>
            <a:xfrm>
              <a:off x="-49650" y="372425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5" name="Google Shape;755;p23"/>
            <p:cNvCxnSpPr/>
            <p:nvPr/>
          </p:nvCxnSpPr>
          <p:spPr>
            <a:xfrm rot="10800000">
              <a:off x="293783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6" name="Google Shape;756;p23"/>
            <p:cNvCxnSpPr/>
            <p:nvPr/>
          </p:nvCxnSpPr>
          <p:spPr>
            <a:xfrm rot="10800000">
              <a:off x="359150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7" name="Google Shape;757;p23"/>
            <p:cNvCxnSpPr/>
            <p:nvPr/>
          </p:nvCxnSpPr>
          <p:spPr>
            <a:xfrm rot="10800000">
              <a:off x="424516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8" name="Google Shape;758;p23"/>
            <p:cNvCxnSpPr/>
            <p:nvPr/>
          </p:nvCxnSpPr>
          <p:spPr>
            <a:xfrm rot="10800000">
              <a:off x="489883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9" name="Google Shape;759;p23"/>
            <p:cNvCxnSpPr/>
            <p:nvPr/>
          </p:nvCxnSpPr>
          <p:spPr>
            <a:xfrm rot="10800000">
              <a:off x="555249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0" name="Google Shape;760;p23"/>
            <p:cNvCxnSpPr/>
            <p:nvPr/>
          </p:nvCxnSpPr>
          <p:spPr>
            <a:xfrm rot="10800000">
              <a:off x="620616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1" name="Google Shape;761;p23"/>
            <p:cNvCxnSpPr/>
            <p:nvPr/>
          </p:nvCxnSpPr>
          <p:spPr>
            <a:xfrm rot="10800000">
              <a:off x="685982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2" name="Google Shape;762;p23"/>
            <p:cNvCxnSpPr/>
            <p:nvPr/>
          </p:nvCxnSpPr>
          <p:spPr>
            <a:xfrm rot="10800000">
              <a:off x="751349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3" name="Google Shape;763;p23"/>
            <p:cNvCxnSpPr/>
            <p:nvPr/>
          </p:nvCxnSpPr>
          <p:spPr>
            <a:xfrm rot="10800000">
              <a:off x="816715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4" name="Google Shape;764;p23"/>
            <p:cNvCxnSpPr/>
            <p:nvPr/>
          </p:nvCxnSpPr>
          <p:spPr>
            <a:xfrm rot="10800000">
              <a:off x="882082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65" name="Google Shape;765;p23"/>
          <p:cNvSpPr txBox="1">
            <a:spLocks noGrp="1"/>
          </p:cNvSpPr>
          <p:nvPr>
            <p:ph type="ctrTitle"/>
          </p:nvPr>
        </p:nvSpPr>
        <p:spPr>
          <a:xfrm>
            <a:off x="2108275" y="540000"/>
            <a:ext cx="49272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66" name="Google Shape;766;p23"/>
          <p:cNvSpPr txBox="1">
            <a:spLocks noGrp="1"/>
          </p:cNvSpPr>
          <p:nvPr>
            <p:ph type="subTitle" idx="1"/>
          </p:nvPr>
        </p:nvSpPr>
        <p:spPr>
          <a:xfrm>
            <a:off x="2425075" y="1537800"/>
            <a:ext cx="4293900" cy="128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67" name="Google Shape;767;p23"/>
          <p:cNvSpPr/>
          <p:nvPr/>
        </p:nvSpPr>
        <p:spPr>
          <a:xfrm>
            <a:off x="491150" y="367400"/>
            <a:ext cx="457200" cy="4572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4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23"/>
          <p:cNvSpPr/>
          <p:nvPr/>
        </p:nvSpPr>
        <p:spPr>
          <a:xfrm flipH="1">
            <a:off x="354045" y="230311"/>
            <a:ext cx="731400" cy="731400"/>
          </a:xfrm>
          <a:prstGeom prst="star4">
            <a:avLst>
              <a:gd name="adj" fmla="val 12500"/>
            </a:avLst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23"/>
          <p:cNvSpPr/>
          <p:nvPr/>
        </p:nvSpPr>
        <p:spPr>
          <a:xfrm>
            <a:off x="8195400" y="367400"/>
            <a:ext cx="457200" cy="4572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23"/>
          <p:cNvSpPr/>
          <p:nvPr/>
        </p:nvSpPr>
        <p:spPr>
          <a:xfrm flipH="1">
            <a:off x="8058295" y="230311"/>
            <a:ext cx="731400" cy="731400"/>
          </a:xfrm>
          <a:prstGeom prst="star4">
            <a:avLst>
              <a:gd name="adj" fmla="val 12500"/>
            </a:avLst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3"/>
          <p:cNvSpPr/>
          <p:nvPr/>
        </p:nvSpPr>
        <p:spPr>
          <a:xfrm>
            <a:off x="491150" y="4374900"/>
            <a:ext cx="457200" cy="457200"/>
          </a:xfrm>
          <a:prstGeom prst="rect">
            <a:avLst/>
          </a:prstGeom>
          <a:gradFill>
            <a:gsLst>
              <a:gs pos="0">
                <a:srgbClr val="B8FF33"/>
              </a:gs>
              <a:gs pos="100000">
                <a:srgbClr val="004F4E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23"/>
          <p:cNvSpPr/>
          <p:nvPr/>
        </p:nvSpPr>
        <p:spPr>
          <a:xfrm flipH="1">
            <a:off x="354045" y="4237811"/>
            <a:ext cx="731400" cy="731400"/>
          </a:xfrm>
          <a:prstGeom prst="star4">
            <a:avLst>
              <a:gd name="adj" fmla="val 1250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23"/>
          <p:cNvSpPr/>
          <p:nvPr/>
        </p:nvSpPr>
        <p:spPr>
          <a:xfrm>
            <a:off x="8195400" y="4374900"/>
            <a:ext cx="457200" cy="45720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4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23"/>
          <p:cNvSpPr/>
          <p:nvPr/>
        </p:nvSpPr>
        <p:spPr>
          <a:xfrm flipH="1">
            <a:off x="8058295" y="4237811"/>
            <a:ext cx="731400" cy="731400"/>
          </a:xfrm>
          <a:prstGeom prst="star4">
            <a:avLst>
              <a:gd name="adj" fmla="val 1250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23"/>
          <p:cNvSpPr txBox="1"/>
          <p:nvPr/>
        </p:nvSpPr>
        <p:spPr>
          <a:xfrm>
            <a:off x="1835675" y="3872100"/>
            <a:ext cx="54726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7" name="Google Shape;777;p24"/>
          <p:cNvGrpSpPr/>
          <p:nvPr/>
        </p:nvGrpSpPr>
        <p:grpSpPr>
          <a:xfrm>
            <a:off x="-49650" y="-79950"/>
            <a:ext cx="9243300" cy="5303400"/>
            <a:chOff x="-49650" y="-79950"/>
            <a:chExt cx="9243300" cy="5303400"/>
          </a:xfrm>
        </p:grpSpPr>
        <p:cxnSp>
          <p:nvCxnSpPr>
            <p:cNvPr id="778" name="Google Shape;778;p24"/>
            <p:cNvCxnSpPr/>
            <p:nvPr/>
          </p:nvCxnSpPr>
          <p:spPr>
            <a:xfrm rot="10800000">
              <a:off x="32317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9" name="Google Shape;779;p24"/>
            <p:cNvCxnSpPr/>
            <p:nvPr/>
          </p:nvCxnSpPr>
          <p:spPr>
            <a:xfrm>
              <a:off x="-49650" y="861161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0" name="Google Shape;780;p24"/>
            <p:cNvCxnSpPr/>
            <p:nvPr/>
          </p:nvCxnSpPr>
          <p:spPr>
            <a:xfrm>
              <a:off x="-49650" y="1349897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1" name="Google Shape;781;p24"/>
            <p:cNvCxnSpPr/>
            <p:nvPr/>
          </p:nvCxnSpPr>
          <p:spPr>
            <a:xfrm>
              <a:off x="-49650" y="1838633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2" name="Google Shape;782;p24"/>
            <p:cNvCxnSpPr/>
            <p:nvPr/>
          </p:nvCxnSpPr>
          <p:spPr>
            <a:xfrm>
              <a:off x="-49650" y="2327369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3" name="Google Shape;783;p24"/>
            <p:cNvCxnSpPr/>
            <p:nvPr/>
          </p:nvCxnSpPr>
          <p:spPr>
            <a:xfrm>
              <a:off x="-49650" y="2816106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4" name="Google Shape;784;p24"/>
            <p:cNvCxnSpPr/>
            <p:nvPr/>
          </p:nvCxnSpPr>
          <p:spPr>
            <a:xfrm>
              <a:off x="-49650" y="3304842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5" name="Google Shape;785;p24"/>
            <p:cNvCxnSpPr/>
            <p:nvPr/>
          </p:nvCxnSpPr>
          <p:spPr>
            <a:xfrm>
              <a:off x="-49650" y="3793578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6" name="Google Shape;786;p24"/>
            <p:cNvCxnSpPr/>
            <p:nvPr/>
          </p:nvCxnSpPr>
          <p:spPr>
            <a:xfrm>
              <a:off x="-49650" y="4282314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7" name="Google Shape;787;p24"/>
            <p:cNvCxnSpPr/>
            <p:nvPr/>
          </p:nvCxnSpPr>
          <p:spPr>
            <a:xfrm>
              <a:off x="-49650" y="4771050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8" name="Google Shape;788;p24"/>
            <p:cNvCxnSpPr/>
            <p:nvPr/>
          </p:nvCxnSpPr>
          <p:spPr>
            <a:xfrm rot="10800000">
              <a:off x="97684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9" name="Google Shape;789;p24"/>
            <p:cNvCxnSpPr/>
            <p:nvPr/>
          </p:nvCxnSpPr>
          <p:spPr>
            <a:xfrm rot="10800000">
              <a:off x="163050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0" name="Google Shape;790;p24"/>
            <p:cNvCxnSpPr/>
            <p:nvPr/>
          </p:nvCxnSpPr>
          <p:spPr>
            <a:xfrm rot="10800000">
              <a:off x="228417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1" name="Google Shape;791;p24"/>
            <p:cNvCxnSpPr/>
            <p:nvPr/>
          </p:nvCxnSpPr>
          <p:spPr>
            <a:xfrm>
              <a:off x="-49650" y="372425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2" name="Google Shape;792;p24"/>
            <p:cNvCxnSpPr/>
            <p:nvPr/>
          </p:nvCxnSpPr>
          <p:spPr>
            <a:xfrm rot="10800000">
              <a:off x="293783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3" name="Google Shape;793;p24"/>
            <p:cNvCxnSpPr/>
            <p:nvPr/>
          </p:nvCxnSpPr>
          <p:spPr>
            <a:xfrm rot="10800000">
              <a:off x="359150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4" name="Google Shape;794;p24"/>
            <p:cNvCxnSpPr/>
            <p:nvPr/>
          </p:nvCxnSpPr>
          <p:spPr>
            <a:xfrm rot="10800000">
              <a:off x="424516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5" name="Google Shape;795;p24"/>
            <p:cNvCxnSpPr/>
            <p:nvPr/>
          </p:nvCxnSpPr>
          <p:spPr>
            <a:xfrm rot="10800000">
              <a:off x="489883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6" name="Google Shape;796;p24"/>
            <p:cNvCxnSpPr/>
            <p:nvPr/>
          </p:nvCxnSpPr>
          <p:spPr>
            <a:xfrm rot="10800000">
              <a:off x="555249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7" name="Google Shape;797;p24"/>
            <p:cNvCxnSpPr/>
            <p:nvPr/>
          </p:nvCxnSpPr>
          <p:spPr>
            <a:xfrm rot="10800000">
              <a:off x="620616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8" name="Google Shape;798;p24"/>
            <p:cNvCxnSpPr/>
            <p:nvPr/>
          </p:nvCxnSpPr>
          <p:spPr>
            <a:xfrm rot="10800000">
              <a:off x="685982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9" name="Google Shape;799;p24"/>
            <p:cNvCxnSpPr/>
            <p:nvPr/>
          </p:nvCxnSpPr>
          <p:spPr>
            <a:xfrm rot="10800000">
              <a:off x="751349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0" name="Google Shape;800;p24"/>
            <p:cNvCxnSpPr/>
            <p:nvPr/>
          </p:nvCxnSpPr>
          <p:spPr>
            <a:xfrm rot="10800000">
              <a:off x="816715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1" name="Google Shape;801;p24"/>
            <p:cNvCxnSpPr/>
            <p:nvPr/>
          </p:nvCxnSpPr>
          <p:spPr>
            <a:xfrm rot="10800000">
              <a:off x="882082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02" name="Google Shape;802;p24"/>
          <p:cNvGrpSpPr/>
          <p:nvPr/>
        </p:nvGrpSpPr>
        <p:grpSpPr>
          <a:xfrm>
            <a:off x="8029037" y="3976372"/>
            <a:ext cx="780040" cy="785066"/>
            <a:chOff x="8029037" y="3976372"/>
            <a:chExt cx="780040" cy="785066"/>
          </a:xfrm>
        </p:grpSpPr>
        <p:sp>
          <p:nvSpPr>
            <p:cNvPr id="803" name="Google Shape;803;p24"/>
            <p:cNvSpPr/>
            <p:nvPr/>
          </p:nvSpPr>
          <p:spPr>
            <a:xfrm flipH="1">
              <a:off x="8029037" y="3977595"/>
              <a:ext cx="780040" cy="783843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lnTo>
                    <a:pt x="0" y="12681"/>
                  </a:lnTo>
                  <a:lnTo>
                    <a:pt x="12681" y="12681"/>
                  </a:ln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5">
                    <a:alpha val="24580"/>
                  </a:schemeClr>
                </a:gs>
                <a:gs pos="100000">
                  <a:schemeClr val="accent4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4"/>
            <p:cNvSpPr/>
            <p:nvPr/>
          </p:nvSpPr>
          <p:spPr>
            <a:xfrm flipH="1">
              <a:off x="8029037" y="3976372"/>
              <a:ext cx="780040" cy="783843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cubicBezTo>
                    <a:pt x="0" y="7003"/>
                    <a:pt x="5679" y="12681"/>
                    <a:pt x="12681" y="12681"/>
                  </a:cubicBez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4">
                    <a:alpha val="24580"/>
                  </a:schemeClr>
                </a:gs>
                <a:gs pos="100000">
                  <a:schemeClr val="accent5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6" name="Google Shape;806;p25"/>
          <p:cNvGrpSpPr/>
          <p:nvPr/>
        </p:nvGrpSpPr>
        <p:grpSpPr>
          <a:xfrm>
            <a:off x="-49650" y="-79950"/>
            <a:ext cx="9243300" cy="5303400"/>
            <a:chOff x="-49650" y="-79950"/>
            <a:chExt cx="9243300" cy="5303400"/>
          </a:xfrm>
        </p:grpSpPr>
        <p:cxnSp>
          <p:nvCxnSpPr>
            <p:cNvPr id="807" name="Google Shape;807;p25"/>
            <p:cNvCxnSpPr/>
            <p:nvPr/>
          </p:nvCxnSpPr>
          <p:spPr>
            <a:xfrm rot="10800000">
              <a:off x="32317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8" name="Google Shape;808;p25"/>
            <p:cNvCxnSpPr/>
            <p:nvPr/>
          </p:nvCxnSpPr>
          <p:spPr>
            <a:xfrm>
              <a:off x="-49650" y="861161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9" name="Google Shape;809;p25"/>
            <p:cNvCxnSpPr/>
            <p:nvPr/>
          </p:nvCxnSpPr>
          <p:spPr>
            <a:xfrm>
              <a:off x="-49650" y="1349897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0" name="Google Shape;810;p25"/>
            <p:cNvCxnSpPr/>
            <p:nvPr/>
          </p:nvCxnSpPr>
          <p:spPr>
            <a:xfrm>
              <a:off x="-49650" y="1838633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1" name="Google Shape;811;p25"/>
            <p:cNvCxnSpPr/>
            <p:nvPr/>
          </p:nvCxnSpPr>
          <p:spPr>
            <a:xfrm>
              <a:off x="-49650" y="2327369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2" name="Google Shape;812;p25"/>
            <p:cNvCxnSpPr/>
            <p:nvPr/>
          </p:nvCxnSpPr>
          <p:spPr>
            <a:xfrm>
              <a:off x="-49650" y="2816106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3" name="Google Shape;813;p25"/>
            <p:cNvCxnSpPr/>
            <p:nvPr/>
          </p:nvCxnSpPr>
          <p:spPr>
            <a:xfrm>
              <a:off x="-49650" y="3304842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4" name="Google Shape;814;p25"/>
            <p:cNvCxnSpPr/>
            <p:nvPr/>
          </p:nvCxnSpPr>
          <p:spPr>
            <a:xfrm>
              <a:off x="-49650" y="3793578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5" name="Google Shape;815;p25"/>
            <p:cNvCxnSpPr/>
            <p:nvPr/>
          </p:nvCxnSpPr>
          <p:spPr>
            <a:xfrm>
              <a:off x="-49650" y="4282314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6" name="Google Shape;816;p25"/>
            <p:cNvCxnSpPr/>
            <p:nvPr/>
          </p:nvCxnSpPr>
          <p:spPr>
            <a:xfrm>
              <a:off x="-49650" y="4771050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7" name="Google Shape;817;p25"/>
            <p:cNvCxnSpPr/>
            <p:nvPr/>
          </p:nvCxnSpPr>
          <p:spPr>
            <a:xfrm rot="10800000">
              <a:off x="97684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8" name="Google Shape;818;p25"/>
            <p:cNvCxnSpPr/>
            <p:nvPr/>
          </p:nvCxnSpPr>
          <p:spPr>
            <a:xfrm rot="10800000">
              <a:off x="163050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9" name="Google Shape;819;p25"/>
            <p:cNvCxnSpPr/>
            <p:nvPr/>
          </p:nvCxnSpPr>
          <p:spPr>
            <a:xfrm rot="10800000">
              <a:off x="228417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0" name="Google Shape;820;p25"/>
            <p:cNvCxnSpPr/>
            <p:nvPr/>
          </p:nvCxnSpPr>
          <p:spPr>
            <a:xfrm>
              <a:off x="-49650" y="372425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1" name="Google Shape;821;p25"/>
            <p:cNvCxnSpPr/>
            <p:nvPr/>
          </p:nvCxnSpPr>
          <p:spPr>
            <a:xfrm rot="10800000">
              <a:off x="293783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2" name="Google Shape;822;p25"/>
            <p:cNvCxnSpPr/>
            <p:nvPr/>
          </p:nvCxnSpPr>
          <p:spPr>
            <a:xfrm rot="10800000">
              <a:off x="359150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3" name="Google Shape;823;p25"/>
            <p:cNvCxnSpPr/>
            <p:nvPr/>
          </p:nvCxnSpPr>
          <p:spPr>
            <a:xfrm rot="10800000">
              <a:off x="424516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4" name="Google Shape;824;p25"/>
            <p:cNvCxnSpPr/>
            <p:nvPr/>
          </p:nvCxnSpPr>
          <p:spPr>
            <a:xfrm rot="10800000">
              <a:off x="489883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5" name="Google Shape;825;p25"/>
            <p:cNvCxnSpPr/>
            <p:nvPr/>
          </p:nvCxnSpPr>
          <p:spPr>
            <a:xfrm rot="10800000">
              <a:off x="555249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6" name="Google Shape;826;p25"/>
            <p:cNvCxnSpPr/>
            <p:nvPr/>
          </p:nvCxnSpPr>
          <p:spPr>
            <a:xfrm rot="10800000">
              <a:off x="620616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7" name="Google Shape;827;p25"/>
            <p:cNvCxnSpPr/>
            <p:nvPr/>
          </p:nvCxnSpPr>
          <p:spPr>
            <a:xfrm rot="10800000">
              <a:off x="685982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8" name="Google Shape;828;p25"/>
            <p:cNvCxnSpPr/>
            <p:nvPr/>
          </p:nvCxnSpPr>
          <p:spPr>
            <a:xfrm rot="10800000">
              <a:off x="751349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9" name="Google Shape;829;p25"/>
            <p:cNvCxnSpPr/>
            <p:nvPr/>
          </p:nvCxnSpPr>
          <p:spPr>
            <a:xfrm rot="10800000">
              <a:off x="816715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0" name="Google Shape;830;p25"/>
            <p:cNvCxnSpPr/>
            <p:nvPr/>
          </p:nvCxnSpPr>
          <p:spPr>
            <a:xfrm rot="10800000">
              <a:off x="882082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31" name="Google Shape;831;p25"/>
          <p:cNvGrpSpPr/>
          <p:nvPr/>
        </p:nvGrpSpPr>
        <p:grpSpPr>
          <a:xfrm>
            <a:off x="8029037" y="3976372"/>
            <a:ext cx="780040" cy="785066"/>
            <a:chOff x="8029037" y="3976372"/>
            <a:chExt cx="780040" cy="785066"/>
          </a:xfrm>
        </p:grpSpPr>
        <p:sp>
          <p:nvSpPr>
            <p:cNvPr id="832" name="Google Shape;832;p25"/>
            <p:cNvSpPr/>
            <p:nvPr/>
          </p:nvSpPr>
          <p:spPr>
            <a:xfrm flipH="1">
              <a:off x="8029037" y="3977595"/>
              <a:ext cx="780040" cy="783843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lnTo>
                    <a:pt x="0" y="12681"/>
                  </a:lnTo>
                  <a:lnTo>
                    <a:pt x="12681" y="12681"/>
                  </a:ln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2">
                    <a:alpha val="24580"/>
                  </a:schemeClr>
                </a:gs>
                <a:gs pos="100000">
                  <a:schemeClr val="accent3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5"/>
            <p:cNvSpPr/>
            <p:nvPr/>
          </p:nvSpPr>
          <p:spPr>
            <a:xfrm flipH="1">
              <a:off x="8029037" y="3976372"/>
              <a:ext cx="780040" cy="783843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cubicBezTo>
                    <a:pt x="0" y="7003"/>
                    <a:pt x="5679" y="12681"/>
                    <a:pt x="12681" y="12681"/>
                  </a:cubicBez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alpha val="24580"/>
                  </a:schemeClr>
                </a:gs>
                <a:gs pos="100000">
                  <a:schemeClr val="accent2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5" name="Google Shape;835;p26"/>
          <p:cNvGrpSpPr/>
          <p:nvPr/>
        </p:nvGrpSpPr>
        <p:grpSpPr>
          <a:xfrm>
            <a:off x="-49650" y="-79950"/>
            <a:ext cx="9243300" cy="5303400"/>
            <a:chOff x="-49650" y="-79950"/>
            <a:chExt cx="9243300" cy="5303400"/>
          </a:xfrm>
        </p:grpSpPr>
        <p:cxnSp>
          <p:nvCxnSpPr>
            <p:cNvPr id="836" name="Google Shape;836;p26"/>
            <p:cNvCxnSpPr/>
            <p:nvPr/>
          </p:nvCxnSpPr>
          <p:spPr>
            <a:xfrm rot="10800000">
              <a:off x="32317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7" name="Google Shape;837;p26"/>
            <p:cNvCxnSpPr/>
            <p:nvPr/>
          </p:nvCxnSpPr>
          <p:spPr>
            <a:xfrm>
              <a:off x="-49650" y="861161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8" name="Google Shape;838;p26"/>
            <p:cNvCxnSpPr/>
            <p:nvPr/>
          </p:nvCxnSpPr>
          <p:spPr>
            <a:xfrm>
              <a:off x="-49650" y="1349897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9" name="Google Shape;839;p26"/>
            <p:cNvCxnSpPr/>
            <p:nvPr/>
          </p:nvCxnSpPr>
          <p:spPr>
            <a:xfrm>
              <a:off x="-49650" y="1838633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0" name="Google Shape;840;p26"/>
            <p:cNvCxnSpPr/>
            <p:nvPr/>
          </p:nvCxnSpPr>
          <p:spPr>
            <a:xfrm>
              <a:off x="-49650" y="2327369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1" name="Google Shape;841;p26"/>
            <p:cNvCxnSpPr/>
            <p:nvPr/>
          </p:nvCxnSpPr>
          <p:spPr>
            <a:xfrm>
              <a:off x="-49650" y="2816106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2" name="Google Shape;842;p26"/>
            <p:cNvCxnSpPr/>
            <p:nvPr/>
          </p:nvCxnSpPr>
          <p:spPr>
            <a:xfrm>
              <a:off x="-49650" y="3304842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3" name="Google Shape;843;p26"/>
            <p:cNvCxnSpPr/>
            <p:nvPr/>
          </p:nvCxnSpPr>
          <p:spPr>
            <a:xfrm>
              <a:off x="-49650" y="3793578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4" name="Google Shape;844;p26"/>
            <p:cNvCxnSpPr/>
            <p:nvPr/>
          </p:nvCxnSpPr>
          <p:spPr>
            <a:xfrm>
              <a:off x="-49650" y="4282314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5" name="Google Shape;845;p26"/>
            <p:cNvCxnSpPr/>
            <p:nvPr/>
          </p:nvCxnSpPr>
          <p:spPr>
            <a:xfrm>
              <a:off x="-49650" y="4771050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6" name="Google Shape;846;p26"/>
            <p:cNvCxnSpPr/>
            <p:nvPr/>
          </p:nvCxnSpPr>
          <p:spPr>
            <a:xfrm rot="10800000">
              <a:off x="97684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7" name="Google Shape;847;p26"/>
            <p:cNvCxnSpPr/>
            <p:nvPr/>
          </p:nvCxnSpPr>
          <p:spPr>
            <a:xfrm rot="10800000">
              <a:off x="163050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8" name="Google Shape;848;p26"/>
            <p:cNvCxnSpPr/>
            <p:nvPr/>
          </p:nvCxnSpPr>
          <p:spPr>
            <a:xfrm rot="10800000">
              <a:off x="228417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9" name="Google Shape;849;p26"/>
            <p:cNvCxnSpPr/>
            <p:nvPr/>
          </p:nvCxnSpPr>
          <p:spPr>
            <a:xfrm>
              <a:off x="-49650" y="372425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0" name="Google Shape;850;p26"/>
            <p:cNvCxnSpPr/>
            <p:nvPr/>
          </p:nvCxnSpPr>
          <p:spPr>
            <a:xfrm rot="10800000">
              <a:off x="293783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1" name="Google Shape;851;p26"/>
            <p:cNvCxnSpPr/>
            <p:nvPr/>
          </p:nvCxnSpPr>
          <p:spPr>
            <a:xfrm rot="10800000">
              <a:off x="359150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2" name="Google Shape;852;p26"/>
            <p:cNvCxnSpPr/>
            <p:nvPr/>
          </p:nvCxnSpPr>
          <p:spPr>
            <a:xfrm rot="10800000">
              <a:off x="424516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3" name="Google Shape;853;p26"/>
            <p:cNvCxnSpPr/>
            <p:nvPr/>
          </p:nvCxnSpPr>
          <p:spPr>
            <a:xfrm rot="10800000">
              <a:off x="489883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4" name="Google Shape;854;p26"/>
            <p:cNvCxnSpPr/>
            <p:nvPr/>
          </p:nvCxnSpPr>
          <p:spPr>
            <a:xfrm rot="10800000">
              <a:off x="555249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5" name="Google Shape;855;p26"/>
            <p:cNvCxnSpPr/>
            <p:nvPr/>
          </p:nvCxnSpPr>
          <p:spPr>
            <a:xfrm rot="10800000">
              <a:off x="620616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6" name="Google Shape;856;p26"/>
            <p:cNvCxnSpPr/>
            <p:nvPr/>
          </p:nvCxnSpPr>
          <p:spPr>
            <a:xfrm rot="10800000">
              <a:off x="685982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7" name="Google Shape;857;p26"/>
            <p:cNvCxnSpPr/>
            <p:nvPr/>
          </p:nvCxnSpPr>
          <p:spPr>
            <a:xfrm rot="10800000">
              <a:off x="751349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8" name="Google Shape;858;p26"/>
            <p:cNvCxnSpPr/>
            <p:nvPr/>
          </p:nvCxnSpPr>
          <p:spPr>
            <a:xfrm rot="10800000">
              <a:off x="816715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9" name="Google Shape;859;p26"/>
            <p:cNvCxnSpPr/>
            <p:nvPr/>
          </p:nvCxnSpPr>
          <p:spPr>
            <a:xfrm rot="10800000">
              <a:off x="882082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860" name="Google Shape;860;p26"/>
          <p:cNvGrpSpPr/>
          <p:nvPr/>
        </p:nvGrpSpPr>
        <p:grpSpPr>
          <a:xfrm>
            <a:off x="8029037" y="3976372"/>
            <a:ext cx="780040" cy="785066"/>
            <a:chOff x="8029037" y="3976372"/>
            <a:chExt cx="780040" cy="785066"/>
          </a:xfrm>
        </p:grpSpPr>
        <p:sp>
          <p:nvSpPr>
            <p:cNvPr id="861" name="Google Shape;861;p26"/>
            <p:cNvSpPr/>
            <p:nvPr/>
          </p:nvSpPr>
          <p:spPr>
            <a:xfrm flipH="1">
              <a:off x="8029037" y="3977595"/>
              <a:ext cx="780040" cy="783843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lnTo>
                    <a:pt x="0" y="12681"/>
                  </a:lnTo>
                  <a:lnTo>
                    <a:pt x="12681" y="12681"/>
                  </a:ln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alpha val="24580"/>
                  </a:schemeClr>
                </a:gs>
                <a:gs pos="100000">
                  <a:schemeClr val="lt2">
                    <a:alpha val="24580"/>
                  </a:scheme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6"/>
            <p:cNvSpPr/>
            <p:nvPr/>
          </p:nvSpPr>
          <p:spPr>
            <a:xfrm flipH="1">
              <a:off x="8029037" y="3976372"/>
              <a:ext cx="780040" cy="783843"/>
            </a:xfrm>
            <a:custGeom>
              <a:avLst/>
              <a:gdLst/>
              <a:ahLst/>
              <a:cxnLst/>
              <a:rect l="l" t="t" r="r" b="b"/>
              <a:pathLst>
                <a:path w="12681" h="12682" extrusionOk="0">
                  <a:moveTo>
                    <a:pt x="0" y="0"/>
                  </a:moveTo>
                  <a:cubicBezTo>
                    <a:pt x="0" y="7003"/>
                    <a:pt x="5679" y="12681"/>
                    <a:pt x="12681" y="12681"/>
                  </a:cubicBezTo>
                  <a:cubicBezTo>
                    <a:pt x="12681" y="5679"/>
                    <a:pt x="7003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24580"/>
                  </a:schemeClr>
                </a:gs>
                <a:gs pos="100000">
                  <a:schemeClr val="accent1">
                    <a:alpha val="24580"/>
                  </a:scheme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_1_1_1_1_1_1_2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4" name="Google Shape;864;p27"/>
          <p:cNvGrpSpPr/>
          <p:nvPr/>
        </p:nvGrpSpPr>
        <p:grpSpPr>
          <a:xfrm>
            <a:off x="-49650" y="-79950"/>
            <a:ext cx="9243300" cy="5303400"/>
            <a:chOff x="-49650" y="-79950"/>
            <a:chExt cx="9243300" cy="5303400"/>
          </a:xfrm>
        </p:grpSpPr>
        <p:cxnSp>
          <p:nvCxnSpPr>
            <p:cNvPr id="865" name="Google Shape;865;p27"/>
            <p:cNvCxnSpPr/>
            <p:nvPr/>
          </p:nvCxnSpPr>
          <p:spPr>
            <a:xfrm rot="10800000">
              <a:off x="32317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6" name="Google Shape;866;p27"/>
            <p:cNvCxnSpPr/>
            <p:nvPr/>
          </p:nvCxnSpPr>
          <p:spPr>
            <a:xfrm>
              <a:off x="-49650" y="861161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7" name="Google Shape;867;p27"/>
            <p:cNvCxnSpPr/>
            <p:nvPr/>
          </p:nvCxnSpPr>
          <p:spPr>
            <a:xfrm>
              <a:off x="-49650" y="1349897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8" name="Google Shape;868;p27"/>
            <p:cNvCxnSpPr/>
            <p:nvPr/>
          </p:nvCxnSpPr>
          <p:spPr>
            <a:xfrm>
              <a:off x="-49650" y="1838633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9" name="Google Shape;869;p27"/>
            <p:cNvCxnSpPr/>
            <p:nvPr/>
          </p:nvCxnSpPr>
          <p:spPr>
            <a:xfrm>
              <a:off x="-49650" y="2327369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0" name="Google Shape;870;p27"/>
            <p:cNvCxnSpPr/>
            <p:nvPr/>
          </p:nvCxnSpPr>
          <p:spPr>
            <a:xfrm>
              <a:off x="-49650" y="2816106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1" name="Google Shape;871;p27"/>
            <p:cNvCxnSpPr/>
            <p:nvPr/>
          </p:nvCxnSpPr>
          <p:spPr>
            <a:xfrm>
              <a:off x="-49650" y="3304842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2" name="Google Shape;872;p27"/>
            <p:cNvCxnSpPr/>
            <p:nvPr/>
          </p:nvCxnSpPr>
          <p:spPr>
            <a:xfrm>
              <a:off x="-49650" y="3793578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3" name="Google Shape;873;p27"/>
            <p:cNvCxnSpPr/>
            <p:nvPr/>
          </p:nvCxnSpPr>
          <p:spPr>
            <a:xfrm>
              <a:off x="-49650" y="4282314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4" name="Google Shape;874;p27"/>
            <p:cNvCxnSpPr/>
            <p:nvPr/>
          </p:nvCxnSpPr>
          <p:spPr>
            <a:xfrm>
              <a:off x="-49650" y="4771050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5" name="Google Shape;875;p27"/>
            <p:cNvCxnSpPr/>
            <p:nvPr/>
          </p:nvCxnSpPr>
          <p:spPr>
            <a:xfrm rot="10800000">
              <a:off x="97684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6" name="Google Shape;876;p27"/>
            <p:cNvCxnSpPr/>
            <p:nvPr/>
          </p:nvCxnSpPr>
          <p:spPr>
            <a:xfrm rot="10800000">
              <a:off x="163050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7" name="Google Shape;877;p27"/>
            <p:cNvCxnSpPr/>
            <p:nvPr/>
          </p:nvCxnSpPr>
          <p:spPr>
            <a:xfrm rot="10800000">
              <a:off x="228417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8" name="Google Shape;878;p27"/>
            <p:cNvCxnSpPr/>
            <p:nvPr/>
          </p:nvCxnSpPr>
          <p:spPr>
            <a:xfrm>
              <a:off x="-49650" y="372425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9" name="Google Shape;879;p27"/>
            <p:cNvCxnSpPr/>
            <p:nvPr/>
          </p:nvCxnSpPr>
          <p:spPr>
            <a:xfrm rot="10800000">
              <a:off x="293783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0" name="Google Shape;880;p27"/>
            <p:cNvCxnSpPr/>
            <p:nvPr/>
          </p:nvCxnSpPr>
          <p:spPr>
            <a:xfrm rot="10800000">
              <a:off x="359150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1" name="Google Shape;881;p27"/>
            <p:cNvCxnSpPr/>
            <p:nvPr/>
          </p:nvCxnSpPr>
          <p:spPr>
            <a:xfrm rot="10800000">
              <a:off x="424516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2" name="Google Shape;882;p27"/>
            <p:cNvCxnSpPr/>
            <p:nvPr/>
          </p:nvCxnSpPr>
          <p:spPr>
            <a:xfrm rot="10800000">
              <a:off x="489883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3" name="Google Shape;883;p27"/>
            <p:cNvCxnSpPr/>
            <p:nvPr/>
          </p:nvCxnSpPr>
          <p:spPr>
            <a:xfrm rot="10800000">
              <a:off x="555249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4" name="Google Shape;884;p27"/>
            <p:cNvCxnSpPr/>
            <p:nvPr/>
          </p:nvCxnSpPr>
          <p:spPr>
            <a:xfrm rot="10800000">
              <a:off x="620616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5" name="Google Shape;885;p27"/>
            <p:cNvCxnSpPr/>
            <p:nvPr/>
          </p:nvCxnSpPr>
          <p:spPr>
            <a:xfrm rot="10800000">
              <a:off x="685982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6" name="Google Shape;886;p27"/>
            <p:cNvCxnSpPr/>
            <p:nvPr/>
          </p:nvCxnSpPr>
          <p:spPr>
            <a:xfrm rot="10800000">
              <a:off x="751349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7" name="Google Shape;887;p27"/>
            <p:cNvCxnSpPr/>
            <p:nvPr/>
          </p:nvCxnSpPr>
          <p:spPr>
            <a:xfrm rot="10800000">
              <a:off x="816715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8" name="Google Shape;888;p27"/>
            <p:cNvCxnSpPr/>
            <p:nvPr/>
          </p:nvCxnSpPr>
          <p:spPr>
            <a:xfrm rot="10800000">
              <a:off x="882082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89" name="Google Shape;889;p27"/>
          <p:cNvSpPr/>
          <p:nvPr/>
        </p:nvSpPr>
        <p:spPr>
          <a:xfrm rot="-5400000" flipH="1">
            <a:off x="4090775" y="537625"/>
            <a:ext cx="963300" cy="6423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5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27"/>
          <p:cNvSpPr/>
          <p:nvPr/>
        </p:nvSpPr>
        <p:spPr>
          <a:xfrm rot="-5400000">
            <a:off x="4131818" y="415858"/>
            <a:ext cx="880353" cy="885838"/>
          </a:xfrm>
          <a:custGeom>
            <a:avLst/>
            <a:gdLst/>
            <a:ahLst/>
            <a:cxnLst/>
            <a:rect l="l" t="t" r="r" b="b"/>
            <a:pathLst>
              <a:path w="12682" h="12682" extrusionOk="0">
                <a:moveTo>
                  <a:pt x="6341" y="3151"/>
                </a:moveTo>
                <a:cubicBezTo>
                  <a:pt x="8099" y="3151"/>
                  <a:pt x="9531" y="4583"/>
                  <a:pt x="9531" y="6341"/>
                </a:cubicBezTo>
                <a:cubicBezTo>
                  <a:pt x="9531" y="8099"/>
                  <a:pt x="8099" y="9521"/>
                  <a:pt x="6341" y="9521"/>
                </a:cubicBezTo>
                <a:cubicBezTo>
                  <a:pt x="4583" y="9521"/>
                  <a:pt x="3161" y="8099"/>
                  <a:pt x="3161" y="6341"/>
                </a:cubicBezTo>
                <a:cubicBezTo>
                  <a:pt x="3161" y="4583"/>
                  <a:pt x="4583" y="3151"/>
                  <a:pt x="6341" y="3151"/>
                </a:cubicBezTo>
                <a:close/>
                <a:moveTo>
                  <a:pt x="6341" y="0"/>
                </a:moveTo>
                <a:cubicBezTo>
                  <a:pt x="2845" y="0"/>
                  <a:pt x="0" y="2835"/>
                  <a:pt x="0" y="6341"/>
                </a:cubicBezTo>
                <a:cubicBezTo>
                  <a:pt x="0" y="9837"/>
                  <a:pt x="2845" y="12681"/>
                  <a:pt x="6341" y="12681"/>
                </a:cubicBezTo>
                <a:cubicBezTo>
                  <a:pt x="9847" y="12681"/>
                  <a:pt x="12681" y="9837"/>
                  <a:pt x="12681" y="6341"/>
                </a:cubicBezTo>
                <a:cubicBezTo>
                  <a:pt x="12681" y="2835"/>
                  <a:pt x="9847" y="0"/>
                  <a:pt x="6341" y="0"/>
                </a:cubicBezTo>
                <a:close/>
              </a:path>
            </a:pathLst>
          </a:custGeom>
          <a:gradFill>
            <a:gsLst>
              <a:gs pos="0">
                <a:schemeClr val="accent5">
                  <a:alpha val="24580"/>
                </a:schemeClr>
              </a:gs>
              <a:gs pos="100000">
                <a:schemeClr val="accent4">
                  <a:alpha val="24580"/>
                </a:scheme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27"/>
          <p:cNvSpPr/>
          <p:nvPr/>
        </p:nvSpPr>
        <p:spPr>
          <a:xfrm rot="-5400000" flipH="1">
            <a:off x="4090775" y="3954371"/>
            <a:ext cx="963300" cy="64230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accent1"/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27"/>
          <p:cNvSpPr/>
          <p:nvPr/>
        </p:nvSpPr>
        <p:spPr>
          <a:xfrm rot="-5400000">
            <a:off x="4131818" y="3832605"/>
            <a:ext cx="880353" cy="885838"/>
          </a:xfrm>
          <a:custGeom>
            <a:avLst/>
            <a:gdLst/>
            <a:ahLst/>
            <a:cxnLst/>
            <a:rect l="l" t="t" r="r" b="b"/>
            <a:pathLst>
              <a:path w="12682" h="12682" extrusionOk="0">
                <a:moveTo>
                  <a:pt x="6341" y="3151"/>
                </a:moveTo>
                <a:cubicBezTo>
                  <a:pt x="8099" y="3151"/>
                  <a:pt x="9531" y="4583"/>
                  <a:pt x="9531" y="6341"/>
                </a:cubicBezTo>
                <a:cubicBezTo>
                  <a:pt x="9531" y="8099"/>
                  <a:pt x="8099" y="9521"/>
                  <a:pt x="6341" y="9521"/>
                </a:cubicBezTo>
                <a:cubicBezTo>
                  <a:pt x="4583" y="9521"/>
                  <a:pt x="3161" y="8099"/>
                  <a:pt x="3161" y="6341"/>
                </a:cubicBezTo>
                <a:cubicBezTo>
                  <a:pt x="3161" y="4583"/>
                  <a:pt x="4583" y="3151"/>
                  <a:pt x="6341" y="3151"/>
                </a:cubicBezTo>
                <a:close/>
                <a:moveTo>
                  <a:pt x="6341" y="0"/>
                </a:moveTo>
                <a:cubicBezTo>
                  <a:pt x="2845" y="0"/>
                  <a:pt x="0" y="2835"/>
                  <a:pt x="0" y="6341"/>
                </a:cubicBezTo>
                <a:cubicBezTo>
                  <a:pt x="0" y="9837"/>
                  <a:pt x="2845" y="12681"/>
                  <a:pt x="6341" y="12681"/>
                </a:cubicBezTo>
                <a:cubicBezTo>
                  <a:pt x="9847" y="12681"/>
                  <a:pt x="12681" y="9837"/>
                  <a:pt x="12681" y="6341"/>
                </a:cubicBezTo>
                <a:cubicBezTo>
                  <a:pt x="12681" y="2835"/>
                  <a:pt x="9847" y="0"/>
                  <a:pt x="6341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4580"/>
                </a:schemeClr>
              </a:gs>
              <a:gs pos="100000">
                <a:schemeClr val="lt2">
                  <a:alpha val="24580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27"/>
          <p:cNvSpPr/>
          <p:nvPr/>
        </p:nvSpPr>
        <p:spPr>
          <a:xfrm rot="5400000" flipH="1">
            <a:off x="334949" y="2023038"/>
            <a:ext cx="640200" cy="640200"/>
          </a:xfrm>
          <a:prstGeom prst="star4">
            <a:avLst>
              <a:gd name="adj" fmla="val 1250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27"/>
          <p:cNvSpPr/>
          <p:nvPr/>
        </p:nvSpPr>
        <p:spPr>
          <a:xfrm rot="5400000" flipH="1">
            <a:off x="8178774" y="2023038"/>
            <a:ext cx="640200" cy="640200"/>
          </a:xfrm>
          <a:prstGeom prst="star4">
            <a:avLst>
              <a:gd name="adj" fmla="val 1250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BLANK_1_1_1_1_1_1_1_1_1_1"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6" name="Google Shape;896;p28"/>
          <p:cNvGrpSpPr/>
          <p:nvPr/>
        </p:nvGrpSpPr>
        <p:grpSpPr>
          <a:xfrm>
            <a:off x="-49650" y="-79950"/>
            <a:ext cx="9243300" cy="5303400"/>
            <a:chOff x="-49650" y="-79950"/>
            <a:chExt cx="9243300" cy="5303400"/>
          </a:xfrm>
        </p:grpSpPr>
        <p:cxnSp>
          <p:nvCxnSpPr>
            <p:cNvPr id="897" name="Google Shape;897;p28"/>
            <p:cNvCxnSpPr/>
            <p:nvPr/>
          </p:nvCxnSpPr>
          <p:spPr>
            <a:xfrm rot="10800000">
              <a:off x="32317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8" name="Google Shape;898;p28"/>
            <p:cNvCxnSpPr/>
            <p:nvPr/>
          </p:nvCxnSpPr>
          <p:spPr>
            <a:xfrm>
              <a:off x="-49650" y="861161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9" name="Google Shape;899;p28"/>
            <p:cNvCxnSpPr/>
            <p:nvPr/>
          </p:nvCxnSpPr>
          <p:spPr>
            <a:xfrm>
              <a:off x="-49650" y="1349897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0" name="Google Shape;900;p28"/>
            <p:cNvCxnSpPr/>
            <p:nvPr/>
          </p:nvCxnSpPr>
          <p:spPr>
            <a:xfrm>
              <a:off x="-49650" y="1838633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1" name="Google Shape;901;p28"/>
            <p:cNvCxnSpPr/>
            <p:nvPr/>
          </p:nvCxnSpPr>
          <p:spPr>
            <a:xfrm>
              <a:off x="-49650" y="2327369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2" name="Google Shape;902;p28"/>
            <p:cNvCxnSpPr/>
            <p:nvPr/>
          </p:nvCxnSpPr>
          <p:spPr>
            <a:xfrm>
              <a:off x="-49650" y="2816106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3" name="Google Shape;903;p28"/>
            <p:cNvCxnSpPr/>
            <p:nvPr/>
          </p:nvCxnSpPr>
          <p:spPr>
            <a:xfrm>
              <a:off x="-49650" y="3304842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4" name="Google Shape;904;p28"/>
            <p:cNvCxnSpPr/>
            <p:nvPr/>
          </p:nvCxnSpPr>
          <p:spPr>
            <a:xfrm>
              <a:off x="-49650" y="3793578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5" name="Google Shape;905;p28"/>
            <p:cNvCxnSpPr/>
            <p:nvPr/>
          </p:nvCxnSpPr>
          <p:spPr>
            <a:xfrm>
              <a:off x="-49650" y="4282314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6" name="Google Shape;906;p28"/>
            <p:cNvCxnSpPr/>
            <p:nvPr/>
          </p:nvCxnSpPr>
          <p:spPr>
            <a:xfrm>
              <a:off x="-49650" y="4771050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7" name="Google Shape;907;p28"/>
            <p:cNvCxnSpPr/>
            <p:nvPr/>
          </p:nvCxnSpPr>
          <p:spPr>
            <a:xfrm rot="10800000">
              <a:off x="97684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8" name="Google Shape;908;p28"/>
            <p:cNvCxnSpPr/>
            <p:nvPr/>
          </p:nvCxnSpPr>
          <p:spPr>
            <a:xfrm rot="10800000">
              <a:off x="163050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9" name="Google Shape;909;p28"/>
            <p:cNvCxnSpPr/>
            <p:nvPr/>
          </p:nvCxnSpPr>
          <p:spPr>
            <a:xfrm rot="10800000">
              <a:off x="228417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0" name="Google Shape;910;p28"/>
            <p:cNvCxnSpPr/>
            <p:nvPr/>
          </p:nvCxnSpPr>
          <p:spPr>
            <a:xfrm>
              <a:off x="-49650" y="372425"/>
              <a:ext cx="9243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1" name="Google Shape;911;p28"/>
            <p:cNvCxnSpPr/>
            <p:nvPr/>
          </p:nvCxnSpPr>
          <p:spPr>
            <a:xfrm rot="10800000">
              <a:off x="293783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2" name="Google Shape;912;p28"/>
            <p:cNvCxnSpPr/>
            <p:nvPr/>
          </p:nvCxnSpPr>
          <p:spPr>
            <a:xfrm rot="10800000">
              <a:off x="359150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3" name="Google Shape;913;p28"/>
            <p:cNvCxnSpPr/>
            <p:nvPr/>
          </p:nvCxnSpPr>
          <p:spPr>
            <a:xfrm rot="10800000">
              <a:off x="424516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4" name="Google Shape;914;p28"/>
            <p:cNvCxnSpPr/>
            <p:nvPr/>
          </p:nvCxnSpPr>
          <p:spPr>
            <a:xfrm rot="10800000">
              <a:off x="489883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5" name="Google Shape;915;p28"/>
            <p:cNvCxnSpPr/>
            <p:nvPr/>
          </p:nvCxnSpPr>
          <p:spPr>
            <a:xfrm rot="10800000">
              <a:off x="555249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6" name="Google Shape;916;p28"/>
            <p:cNvCxnSpPr/>
            <p:nvPr/>
          </p:nvCxnSpPr>
          <p:spPr>
            <a:xfrm rot="10800000">
              <a:off x="620616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7" name="Google Shape;917;p28"/>
            <p:cNvCxnSpPr/>
            <p:nvPr/>
          </p:nvCxnSpPr>
          <p:spPr>
            <a:xfrm rot="10800000">
              <a:off x="685982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8" name="Google Shape;918;p28"/>
            <p:cNvCxnSpPr/>
            <p:nvPr/>
          </p:nvCxnSpPr>
          <p:spPr>
            <a:xfrm rot="10800000">
              <a:off x="751349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9" name="Google Shape;919;p28"/>
            <p:cNvCxnSpPr/>
            <p:nvPr/>
          </p:nvCxnSpPr>
          <p:spPr>
            <a:xfrm rot="10800000">
              <a:off x="8167155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0" name="Google Shape;920;p28"/>
            <p:cNvCxnSpPr/>
            <p:nvPr/>
          </p:nvCxnSpPr>
          <p:spPr>
            <a:xfrm rot="10800000">
              <a:off x="8820820" y="-79950"/>
              <a:ext cx="0" cy="53034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21" name="Google Shape;921;p28"/>
          <p:cNvSpPr/>
          <p:nvPr/>
        </p:nvSpPr>
        <p:spPr>
          <a:xfrm rot="5400000">
            <a:off x="330561" y="383055"/>
            <a:ext cx="848584" cy="844621"/>
          </a:xfrm>
          <a:custGeom>
            <a:avLst/>
            <a:gdLst/>
            <a:ahLst/>
            <a:cxnLst/>
            <a:rect l="l" t="t" r="r" b="b"/>
            <a:pathLst>
              <a:path w="12682" h="12682" extrusionOk="0">
                <a:moveTo>
                  <a:pt x="1" y="1"/>
                </a:moveTo>
                <a:lnTo>
                  <a:pt x="1" y="12682"/>
                </a:lnTo>
                <a:lnTo>
                  <a:pt x="12682" y="12682"/>
                </a:lnTo>
                <a:cubicBezTo>
                  <a:pt x="12682" y="5680"/>
                  <a:pt x="7013" y="1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24580"/>
                </a:schemeClr>
              </a:gs>
              <a:gs pos="100000">
                <a:schemeClr val="accent3">
                  <a:alpha val="24580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28"/>
          <p:cNvSpPr/>
          <p:nvPr/>
        </p:nvSpPr>
        <p:spPr>
          <a:xfrm flipH="1">
            <a:off x="523213" y="571755"/>
            <a:ext cx="762664" cy="766976"/>
          </a:xfrm>
          <a:custGeom>
            <a:avLst/>
            <a:gdLst/>
            <a:ahLst/>
            <a:cxnLst/>
            <a:rect l="l" t="t" r="r" b="b"/>
            <a:pathLst>
              <a:path w="12682" h="12682" extrusionOk="0">
                <a:moveTo>
                  <a:pt x="6341" y="3151"/>
                </a:moveTo>
                <a:cubicBezTo>
                  <a:pt x="8099" y="3151"/>
                  <a:pt x="9531" y="4583"/>
                  <a:pt x="9531" y="6341"/>
                </a:cubicBezTo>
                <a:cubicBezTo>
                  <a:pt x="9531" y="8099"/>
                  <a:pt x="8099" y="9521"/>
                  <a:pt x="6341" y="9521"/>
                </a:cubicBezTo>
                <a:cubicBezTo>
                  <a:pt x="4583" y="9521"/>
                  <a:pt x="3161" y="8099"/>
                  <a:pt x="3161" y="6341"/>
                </a:cubicBezTo>
                <a:cubicBezTo>
                  <a:pt x="3161" y="4583"/>
                  <a:pt x="4583" y="3151"/>
                  <a:pt x="6341" y="3151"/>
                </a:cubicBezTo>
                <a:close/>
                <a:moveTo>
                  <a:pt x="6341" y="0"/>
                </a:moveTo>
                <a:cubicBezTo>
                  <a:pt x="2845" y="0"/>
                  <a:pt x="0" y="2835"/>
                  <a:pt x="0" y="6341"/>
                </a:cubicBezTo>
                <a:cubicBezTo>
                  <a:pt x="0" y="9837"/>
                  <a:pt x="2845" y="12681"/>
                  <a:pt x="6341" y="12681"/>
                </a:cubicBezTo>
                <a:cubicBezTo>
                  <a:pt x="9847" y="12681"/>
                  <a:pt x="12681" y="9837"/>
                  <a:pt x="12681" y="6341"/>
                </a:cubicBezTo>
                <a:cubicBezTo>
                  <a:pt x="12681" y="2835"/>
                  <a:pt x="9847" y="0"/>
                  <a:pt x="6341" y="0"/>
                </a:cubicBezTo>
                <a:close/>
              </a:path>
            </a:pathLst>
          </a:custGeom>
          <a:gradFill>
            <a:gsLst>
              <a:gs pos="0">
                <a:schemeClr val="lt2">
                  <a:alpha val="24580"/>
                </a:schemeClr>
              </a:gs>
              <a:gs pos="100000">
                <a:schemeClr val="accent1">
                  <a:alpha val="24580"/>
                </a:scheme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28"/>
          <p:cNvSpPr/>
          <p:nvPr/>
        </p:nvSpPr>
        <p:spPr>
          <a:xfrm rot="-5400000" flipH="1">
            <a:off x="7961749" y="383055"/>
            <a:ext cx="848584" cy="844621"/>
          </a:xfrm>
          <a:custGeom>
            <a:avLst/>
            <a:gdLst/>
            <a:ahLst/>
            <a:cxnLst/>
            <a:rect l="l" t="t" r="r" b="b"/>
            <a:pathLst>
              <a:path w="12682" h="12682" extrusionOk="0">
                <a:moveTo>
                  <a:pt x="1" y="1"/>
                </a:moveTo>
                <a:lnTo>
                  <a:pt x="1" y="12682"/>
                </a:lnTo>
                <a:lnTo>
                  <a:pt x="12682" y="12682"/>
                </a:lnTo>
                <a:cubicBezTo>
                  <a:pt x="12682" y="5680"/>
                  <a:pt x="7013" y="1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5">
                  <a:alpha val="24580"/>
                </a:schemeClr>
              </a:gs>
              <a:gs pos="100000">
                <a:schemeClr val="accent4">
                  <a:alpha val="24580"/>
                </a:scheme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28"/>
          <p:cNvSpPr/>
          <p:nvPr/>
        </p:nvSpPr>
        <p:spPr>
          <a:xfrm>
            <a:off x="7855005" y="571755"/>
            <a:ext cx="762664" cy="766976"/>
          </a:xfrm>
          <a:custGeom>
            <a:avLst/>
            <a:gdLst/>
            <a:ahLst/>
            <a:cxnLst/>
            <a:rect l="l" t="t" r="r" b="b"/>
            <a:pathLst>
              <a:path w="12682" h="12682" extrusionOk="0">
                <a:moveTo>
                  <a:pt x="6341" y="3151"/>
                </a:moveTo>
                <a:cubicBezTo>
                  <a:pt x="8099" y="3151"/>
                  <a:pt x="9531" y="4583"/>
                  <a:pt x="9531" y="6341"/>
                </a:cubicBezTo>
                <a:cubicBezTo>
                  <a:pt x="9531" y="8099"/>
                  <a:pt x="8099" y="9521"/>
                  <a:pt x="6341" y="9521"/>
                </a:cubicBezTo>
                <a:cubicBezTo>
                  <a:pt x="4583" y="9521"/>
                  <a:pt x="3161" y="8099"/>
                  <a:pt x="3161" y="6341"/>
                </a:cubicBezTo>
                <a:cubicBezTo>
                  <a:pt x="3161" y="4583"/>
                  <a:pt x="4583" y="3151"/>
                  <a:pt x="6341" y="3151"/>
                </a:cubicBezTo>
                <a:close/>
                <a:moveTo>
                  <a:pt x="6341" y="0"/>
                </a:moveTo>
                <a:cubicBezTo>
                  <a:pt x="2845" y="0"/>
                  <a:pt x="0" y="2835"/>
                  <a:pt x="0" y="6341"/>
                </a:cubicBezTo>
                <a:cubicBezTo>
                  <a:pt x="0" y="9837"/>
                  <a:pt x="2845" y="12681"/>
                  <a:pt x="6341" y="12681"/>
                </a:cubicBezTo>
                <a:cubicBezTo>
                  <a:pt x="9847" y="12681"/>
                  <a:pt x="12681" y="9837"/>
                  <a:pt x="12681" y="6341"/>
                </a:cubicBezTo>
                <a:cubicBezTo>
                  <a:pt x="12681" y="2835"/>
                  <a:pt x="9847" y="0"/>
                  <a:pt x="6341" y="0"/>
                </a:cubicBezTo>
                <a:close/>
              </a:path>
            </a:pathLst>
          </a:custGeom>
          <a:gradFill>
            <a:gsLst>
              <a:gs pos="0">
                <a:schemeClr val="lt2">
                  <a:alpha val="24580"/>
                </a:schemeClr>
              </a:gs>
              <a:gs pos="100000">
                <a:schemeClr val="accent1">
                  <a:alpha val="24580"/>
                </a:scheme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28"/>
          <p:cNvSpPr/>
          <p:nvPr/>
        </p:nvSpPr>
        <p:spPr>
          <a:xfrm rot="-5400000">
            <a:off x="7961749" y="3914962"/>
            <a:ext cx="848584" cy="844621"/>
          </a:xfrm>
          <a:custGeom>
            <a:avLst/>
            <a:gdLst/>
            <a:ahLst/>
            <a:cxnLst/>
            <a:rect l="l" t="t" r="r" b="b"/>
            <a:pathLst>
              <a:path w="12682" h="12682" extrusionOk="0">
                <a:moveTo>
                  <a:pt x="1" y="1"/>
                </a:moveTo>
                <a:lnTo>
                  <a:pt x="1" y="12682"/>
                </a:lnTo>
                <a:lnTo>
                  <a:pt x="12682" y="12682"/>
                </a:lnTo>
                <a:cubicBezTo>
                  <a:pt x="12682" y="5680"/>
                  <a:pt x="7013" y="1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2">
                  <a:alpha val="24580"/>
                </a:schemeClr>
              </a:gs>
              <a:gs pos="100000">
                <a:schemeClr val="accent3">
                  <a:alpha val="24580"/>
                </a:scheme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28"/>
          <p:cNvSpPr/>
          <p:nvPr/>
        </p:nvSpPr>
        <p:spPr>
          <a:xfrm rot="10800000" flipH="1">
            <a:off x="7855005" y="3803907"/>
            <a:ext cx="762664" cy="766976"/>
          </a:xfrm>
          <a:custGeom>
            <a:avLst/>
            <a:gdLst/>
            <a:ahLst/>
            <a:cxnLst/>
            <a:rect l="l" t="t" r="r" b="b"/>
            <a:pathLst>
              <a:path w="12682" h="12682" extrusionOk="0">
                <a:moveTo>
                  <a:pt x="6341" y="3151"/>
                </a:moveTo>
                <a:cubicBezTo>
                  <a:pt x="8099" y="3151"/>
                  <a:pt x="9531" y="4583"/>
                  <a:pt x="9531" y="6341"/>
                </a:cubicBezTo>
                <a:cubicBezTo>
                  <a:pt x="9531" y="8099"/>
                  <a:pt x="8099" y="9521"/>
                  <a:pt x="6341" y="9521"/>
                </a:cubicBezTo>
                <a:cubicBezTo>
                  <a:pt x="4583" y="9521"/>
                  <a:pt x="3161" y="8099"/>
                  <a:pt x="3161" y="6341"/>
                </a:cubicBezTo>
                <a:cubicBezTo>
                  <a:pt x="3161" y="4583"/>
                  <a:pt x="4583" y="3151"/>
                  <a:pt x="6341" y="3151"/>
                </a:cubicBezTo>
                <a:close/>
                <a:moveTo>
                  <a:pt x="6341" y="0"/>
                </a:moveTo>
                <a:cubicBezTo>
                  <a:pt x="2845" y="0"/>
                  <a:pt x="0" y="2835"/>
                  <a:pt x="0" y="6341"/>
                </a:cubicBezTo>
                <a:cubicBezTo>
                  <a:pt x="0" y="9837"/>
                  <a:pt x="2845" y="12681"/>
                  <a:pt x="6341" y="12681"/>
                </a:cubicBezTo>
                <a:cubicBezTo>
                  <a:pt x="9847" y="12681"/>
                  <a:pt x="12681" y="9837"/>
                  <a:pt x="12681" y="6341"/>
                </a:cubicBezTo>
                <a:cubicBezTo>
                  <a:pt x="12681" y="2835"/>
                  <a:pt x="9847" y="0"/>
                  <a:pt x="6341" y="0"/>
                </a:cubicBezTo>
                <a:close/>
              </a:path>
            </a:pathLst>
          </a:custGeom>
          <a:gradFill>
            <a:gsLst>
              <a:gs pos="0">
                <a:schemeClr val="lt2">
                  <a:alpha val="24580"/>
                </a:schemeClr>
              </a:gs>
              <a:gs pos="100000">
                <a:schemeClr val="accent1">
                  <a:alpha val="24580"/>
                </a:scheme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28"/>
          <p:cNvSpPr/>
          <p:nvPr/>
        </p:nvSpPr>
        <p:spPr>
          <a:xfrm rot="5400000" flipH="1">
            <a:off x="330548" y="3914962"/>
            <a:ext cx="848584" cy="844621"/>
          </a:xfrm>
          <a:custGeom>
            <a:avLst/>
            <a:gdLst/>
            <a:ahLst/>
            <a:cxnLst/>
            <a:rect l="l" t="t" r="r" b="b"/>
            <a:pathLst>
              <a:path w="12682" h="12682" extrusionOk="0">
                <a:moveTo>
                  <a:pt x="1" y="1"/>
                </a:moveTo>
                <a:lnTo>
                  <a:pt x="1" y="12682"/>
                </a:lnTo>
                <a:lnTo>
                  <a:pt x="12682" y="12682"/>
                </a:lnTo>
                <a:cubicBezTo>
                  <a:pt x="12682" y="5680"/>
                  <a:pt x="7013" y="1"/>
                  <a:pt x="1" y="1"/>
                </a:cubicBezTo>
                <a:close/>
              </a:path>
            </a:pathLst>
          </a:custGeom>
          <a:gradFill>
            <a:gsLst>
              <a:gs pos="0">
                <a:schemeClr val="accent5">
                  <a:alpha val="24580"/>
                </a:schemeClr>
              </a:gs>
              <a:gs pos="100000">
                <a:schemeClr val="accent4">
                  <a:alpha val="24580"/>
                </a:scheme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28"/>
          <p:cNvSpPr/>
          <p:nvPr/>
        </p:nvSpPr>
        <p:spPr>
          <a:xfrm rot="10800000">
            <a:off x="523213" y="3803907"/>
            <a:ext cx="762664" cy="766976"/>
          </a:xfrm>
          <a:custGeom>
            <a:avLst/>
            <a:gdLst/>
            <a:ahLst/>
            <a:cxnLst/>
            <a:rect l="l" t="t" r="r" b="b"/>
            <a:pathLst>
              <a:path w="12682" h="12682" extrusionOk="0">
                <a:moveTo>
                  <a:pt x="6341" y="3151"/>
                </a:moveTo>
                <a:cubicBezTo>
                  <a:pt x="8099" y="3151"/>
                  <a:pt x="9531" y="4583"/>
                  <a:pt x="9531" y="6341"/>
                </a:cubicBezTo>
                <a:cubicBezTo>
                  <a:pt x="9531" y="8099"/>
                  <a:pt x="8099" y="9521"/>
                  <a:pt x="6341" y="9521"/>
                </a:cubicBezTo>
                <a:cubicBezTo>
                  <a:pt x="4583" y="9521"/>
                  <a:pt x="3161" y="8099"/>
                  <a:pt x="3161" y="6341"/>
                </a:cubicBezTo>
                <a:cubicBezTo>
                  <a:pt x="3161" y="4583"/>
                  <a:pt x="4583" y="3151"/>
                  <a:pt x="6341" y="3151"/>
                </a:cubicBezTo>
                <a:close/>
                <a:moveTo>
                  <a:pt x="6341" y="0"/>
                </a:moveTo>
                <a:cubicBezTo>
                  <a:pt x="2845" y="0"/>
                  <a:pt x="0" y="2835"/>
                  <a:pt x="0" y="6341"/>
                </a:cubicBezTo>
                <a:cubicBezTo>
                  <a:pt x="0" y="9837"/>
                  <a:pt x="2845" y="12681"/>
                  <a:pt x="6341" y="12681"/>
                </a:cubicBezTo>
                <a:cubicBezTo>
                  <a:pt x="9847" y="12681"/>
                  <a:pt x="12681" y="9837"/>
                  <a:pt x="12681" y="6341"/>
                </a:cubicBezTo>
                <a:cubicBezTo>
                  <a:pt x="12681" y="2835"/>
                  <a:pt x="9847" y="0"/>
                  <a:pt x="6341" y="0"/>
                </a:cubicBezTo>
                <a:close/>
              </a:path>
            </a:pathLst>
          </a:custGeom>
          <a:gradFill>
            <a:gsLst>
              <a:gs pos="0">
                <a:schemeClr val="lt2">
                  <a:alpha val="24580"/>
                </a:schemeClr>
              </a:gs>
              <a:gs pos="100000">
                <a:schemeClr val="accent1">
                  <a:alpha val="24580"/>
                </a:schemeClr>
              </a:gs>
            </a:gsLst>
            <a:lin ang="54007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Exa"/>
              <a:buNone/>
              <a:defRPr sz="3500" b="1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Exa"/>
              <a:buNone/>
              <a:defRPr sz="3500" b="1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Exa"/>
              <a:buNone/>
              <a:defRPr sz="3500" b="1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Exa"/>
              <a:buNone/>
              <a:defRPr sz="3500" b="1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Exa"/>
              <a:buNone/>
              <a:defRPr sz="3500" b="1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Exa"/>
              <a:buNone/>
              <a:defRPr sz="3500" b="1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Exa"/>
              <a:buNone/>
              <a:defRPr sz="3500" b="1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Exa"/>
              <a:buNone/>
              <a:defRPr sz="3500" b="1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Lexend Exa"/>
              <a:buNone/>
              <a:defRPr sz="3500" b="1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●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naheim"/>
              <a:buChar char="■"/>
              <a:defRPr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8" r:id="rId4"/>
    <p:sldLayoutId id="2147483659" r:id="rId5"/>
    <p:sldLayoutId id="2147483663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tchr.io/post/power-bi-charts-visualization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31"/>
          <p:cNvSpPr txBox="1">
            <a:spLocks noGrp="1"/>
          </p:cNvSpPr>
          <p:nvPr>
            <p:ph type="subTitle" idx="1"/>
          </p:nvPr>
        </p:nvSpPr>
        <p:spPr>
          <a:xfrm>
            <a:off x="5258400" y="4734000"/>
            <a:ext cx="38856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Made By : M</a:t>
            </a:r>
            <a:r>
              <a:rPr lang="en-US" dirty="0"/>
              <a:t>o</a:t>
            </a:r>
            <a:r>
              <a:rPr lang="en" dirty="0"/>
              <a:t>hamed Saad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939" name="Google Shape;939;p31"/>
          <p:cNvSpPr txBox="1">
            <a:spLocks noGrp="1"/>
          </p:cNvSpPr>
          <p:nvPr>
            <p:ph type="ctrTitle"/>
          </p:nvPr>
        </p:nvSpPr>
        <p:spPr>
          <a:xfrm>
            <a:off x="2671000" y="1562475"/>
            <a:ext cx="5753100" cy="207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dirty="0"/>
              <a:t>Data Analyst </a:t>
            </a:r>
            <a:br>
              <a:rPr lang="en-US" dirty="0"/>
            </a:br>
            <a:r>
              <a:rPr lang="en-US" dirty="0"/>
              <a:t>Diploma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2" name="Picture 1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0DFC8C82-F2BC-ED93-F2B9-B2FFB1E81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5289" y="68828"/>
            <a:ext cx="449691" cy="452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4"/>
          <p:cNvSpPr txBox="1">
            <a:spLocks noGrp="1"/>
          </p:cNvSpPr>
          <p:nvPr>
            <p:ph type="title"/>
          </p:nvPr>
        </p:nvSpPr>
        <p:spPr>
          <a:xfrm>
            <a:off x="720003" y="1698075"/>
            <a:ext cx="33951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Get Data</a:t>
            </a:r>
            <a:endParaRPr dirty="0"/>
          </a:p>
        </p:txBody>
      </p:sp>
      <p:sp>
        <p:nvSpPr>
          <p:cNvPr id="958" name="Google Shape;958;p34"/>
          <p:cNvSpPr txBox="1">
            <a:spLocks noGrp="1"/>
          </p:cNvSpPr>
          <p:nvPr>
            <p:ph type="title" idx="2"/>
          </p:nvPr>
        </p:nvSpPr>
        <p:spPr>
          <a:xfrm>
            <a:off x="720013" y="1149375"/>
            <a:ext cx="14838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 dirty="0"/>
          </a:p>
        </p:txBody>
      </p:sp>
      <p:sp>
        <p:nvSpPr>
          <p:cNvPr id="959" name="Google Shape;959;p34"/>
          <p:cNvSpPr txBox="1">
            <a:spLocks noGrp="1"/>
          </p:cNvSpPr>
          <p:nvPr>
            <p:ph type="subTitle" idx="1"/>
          </p:nvPr>
        </p:nvSpPr>
        <p:spPr>
          <a:xfrm>
            <a:off x="768874" y="2001411"/>
            <a:ext cx="2869878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Explain what are data Sources &amp; how Can getting data ?</a:t>
            </a:r>
            <a:endParaRPr dirty="0"/>
          </a:p>
        </p:txBody>
      </p:sp>
      <p:sp>
        <p:nvSpPr>
          <p:cNvPr id="960" name="Google Shape;960;p34"/>
          <p:cNvSpPr txBox="1">
            <a:spLocks noGrp="1"/>
          </p:cNvSpPr>
          <p:nvPr>
            <p:ph type="title" idx="3"/>
          </p:nvPr>
        </p:nvSpPr>
        <p:spPr>
          <a:xfrm>
            <a:off x="4625606" y="1652941"/>
            <a:ext cx="4311151" cy="44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Cleaning Process</a:t>
            </a:r>
            <a:endParaRPr dirty="0"/>
          </a:p>
        </p:txBody>
      </p:sp>
      <p:sp>
        <p:nvSpPr>
          <p:cNvPr id="961" name="Google Shape;961;p34"/>
          <p:cNvSpPr txBox="1">
            <a:spLocks noGrp="1"/>
          </p:cNvSpPr>
          <p:nvPr>
            <p:ph type="title" idx="4"/>
          </p:nvPr>
        </p:nvSpPr>
        <p:spPr>
          <a:xfrm>
            <a:off x="4625596" y="1104241"/>
            <a:ext cx="14838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 dirty="0"/>
          </a:p>
        </p:txBody>
      </p:sp>
      <p:sp>
        <p:nvSpPr>
          <p:cNvPr id="962" name="Google Shape;962;p34"/>
          <p:cNvSpPr txBox="1">
            <a:spLocks noGrp="1"/>
          </p:cNvSpPr>
          <p:nvPr>
            <p:ph type="subTitle" idx="5"/>
          </p:nvPr>
        </p:nvSpPr>
        <p:spPr>
          <a:xfrm>
            <a:off x="4670742" y="1926675"/>
            <a:ext cx="2743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Explain how can Clean Data !</a:t>
            </a:r>
            <a:endParaRPr dirty="0"/>
          </a:p>
        </p:txBody>
      </p:sp>
      <p:sp>
        <p:nvSpPr>
          <p:cNvPr id="963" name="Google Shape;963;p34"/>
          <p:cNvSpPr txBox="1">
            <a:spLocks noGrp="1"/>
          </p:cNvSpPr>
          <p:nvPr>
            <p:ph type="title" idx="6"/>
          </p:nvPr>
        </p:nvSpPr>
        <p:spPr>
          <a:xfrm>
            <a:off x="211901" y="3546126"/>
            <a:ext cx="3851997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Modeling</a:t>
            </a:r>
            <a:endParaRPr dirty="0"/>
          </a:p>
        </p:txBody>
      </p:sp>
      <p:sp>
        <p:nvSpPr>
          <p:cNvPr id="964" name="Google Shape;964;p34"/>
          <p:cNvSpPr txBox="1">
            <a:spLocks noGrp="1"/>
          </p:cNvSpPr>
          <p:nvPr>
            <p:ph type="title" idx="7"/>
          </p:nvPr>
        </p:nvSpPr>
        <p:spPr>
          <a:xfrm>
            <a:off x="211912" y="2951676"/>
            <a:ext cx="14838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965" name="Google Shape;965;p34"/>
          <p:cNvSpPr txBox="1">
            <a:spLocks noGrp="1"/>
          </p:cNvSpPr>
          <p:nvPr>
            <p:ph type="subTitle" idx="8"/>
          </p:nvPr>
        </p:nvSpPr>
        <p:spPr>
          <a:xfrm>
            <a:off x="260773" y="3915214"/>
            <a:ext cx="27432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Explore Model View &amp; Schema Types</a:t>
            </a:r>
            <a:endParaRPr dirty="0"/>
          </a:p>
        </p:txBody>
      </p:sp>
      <p:sp>
        <p:nvSpPr>
          <p:cNvPr id="966" name="Google Shape;966;p34"/>
          <p:cNvSpPr txBox="1">
            <a:spLocks noGrp="1"/>
          </p:cNvSpPr>
          <p:nvPr>
            <p:ph type="title" idx="9"/>
          </p:nvPr>
        </p:nvSpPr>
        <p:spPr>
          <a:xfrm>
            <a:off x="6751995" y="3389564"/>
            <a:ext cx="3290383" cy="7070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Assignment 1</a:t>
            </a:r>
            <a:endParaRPr dirty="0"/>
          </a:p>
        </p:txBody>
      </p:sp>
      <p:sp>
        <p:nvSpPr>
          <p:cNvPr id="967" name="Google Shape;967;p34"/>
          <p:cNvSpPr txBox="1">
            <a:spLocks noGrp="1"/>
          </p:cNvSpPr>
          <p:nvPr>
            <p:ph type="title" idx="13"/>
          </p:nvPr>
        </p:nvSpPr>
        <p:spPr>
          <a:xfrm>
            <a:off x="7063996" y="2951676"/>
            <a:ext cx="1483800" cy="5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969" name="Google Shape;969;p34"/>
          <p:cNvSpPr txBox="1">
            <a:spLocks noGrp="1"/>
          </p:cNvSpPr>
          <p:nvPr>
            <p:ph type="title" idx="15"/>
          </p:nvPr>
        </p:nvSpPr>
        <p:spPr>
          <a:xfrm>
            <a:off x="720000" y="468337"/>
            <a:ext cx="77040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 dirty="0"/>
          </a:p>
        </p:txBody>
      </p:sp>
      <p:sp>
        <p:nvSpPr>
          <p:cNvPr id="970" name="Google Shape;970;p34"/>
          <p:cNvSpPr txBox="1"/>
          <p:nvPr/>
        </p:nvSpPr>
        <p:spPr>
          <a:xfrm>
            <a:off x="4572000" y="0"/>
            <a:ext cx="3852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How to start as a freelance // workshop // 2021</a:t>
            </a:r>
            <a:endParaRPr sz="1200" dirty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4" name="Picture 3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935F99EE-C5EE-F23B-4C2F-C79B5A0B8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7867" y="4657233"/>
            <a:ext cx="449691" cy="452400"/>
          </a:xfrm>
          <a:prstGeom prst="rect">
            <a:avLst/>
          </a:prstGeom>
        </p:spPr>
      </p:pic>
      <p:sp>
        <p:nvSpPr>
          <p:cNvPr id="2" name="Google Shape;965;p34">
            <a:extLst>
              <a:ext uri="{FF2B5EF4-FFF2-40B4-BE49-F238E27FC236}">
                <a16:creationId xmlns:a16="http://schemas.microsoft.com/office/drawing/2014/main" id="{1C37E583-9DD4-F661-5739-21CEB4914A12}"/>
              </a:ext>
            </a:extLst>
          </p:cNvPr>
          <p:cNvSpPr txBox="1">
            <a:spLocks/>
          </p:cNvSpPr>
          <p:nvPr/>
        </p:nvSpPr>
        <p:spPr>
          <a:xfrm>
            <a:off x="6796767" y="3832762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/>
            <a:r>
              <a:rPr lang="en-US" dirty="0"/>
              <a:t>Assignment 1 for Students </a:t>
            </a:r>
          </a:p>
        </p:txBody>
      </p:sp>
      <p:sp>
        <p:nvSpPr>
          <p:cNvPr id="3" name="Google Shape;966;p34">
            <a:extLst>
              <a:ext uri="{FF2B5EF4-FFF2-40B4-BE49-F238E27FC236}">
                <a16:creationId xmlns:a16="http://schemas.microsoft.com/office/drawing/2014/main" id="{863FACF4-E9DC-6036-3865-14805F3D828A}"/>
              </a:ext>
            </a:extLst>
          </p:cNvPr>
          <p:cNvSpPr txBox="1">
            <a:spLocks/>
          </p:cNvSpPr>
          <p:nvPr/>
        </p:nvSpPr>
        <p:spPr>
          <a:xfrm>
            <a:off x="3506384" y="3395858"/>
            <a:ext cx="3290383" cy="7070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Exa"/>
              <a:buNone/>
              <a:defRPr sz="2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Exa"/>
              <a:buNone/>
              <a:defRPr sz="24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Exa"/>
              <a:buNone/>
              <a:defRPr sz="24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Exa"/>
              <a:buNone/>
              <a:defRPr sz="24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Exa"/>
              <a:buNone/>
              <a:defRPr sz="24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Exa"/>
              <a:buNone/>
              <a:defRPr sz="24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Exa"/>
              <a:buNone/>
              <a:defRPr sz="24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Exa"/>
              <a:buNone/>
              <a:defRPr sz="24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exend Exa"/>
              <a:buNone/>
              <a:defRPr sz="24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r>
              <a:rPr lang="en-US" dirty="0"/>
              <a:t>Important Tips</a:t>
            </a:r>
          </a:p>
        </p:txBody>
      </p:sp>
      <p:sp>
        <p:nvSpPr>
          <p:cNvPr id="5" name="Google Shape;967;p34">
            <a:extLst>
              <a:ext uri="{FF2B5EF4-FFF2-40B4-BE49-F238E27FC236}">
                <a16:creationId xmlns:a16="http://schemas.microsoft.com/office/drawing/2014/main" id="{33044DE8-286F-7549-D278-51806C9B8E0D}"/>
              </a:ext>
            </a:extLst>
          </p:cNvPr>
          <p:cNvSpPr txBox="1">
            <a:spLocks/>
          </p:cNvSpPr>
          <p:nvPr/>
        </p:nvSpPr>
        <p:spPr>
          <a:xfrm>
            <a:off x="3551619" y="2951676"/>
            <a:ext cx="1483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Exa"/>
              <a:buNone/>
              <a:defRPr sz="4000" b="1" i="0" u="none" strike="noStrike" cap="none">
                <a:solidFill>
                  <a:schemeClr val="lt1"/>
                </a:solidFill>
                <a:latin typeface="Lexend Exa"/>
                <a:ea typeface="Lexend Exa"/>
                <a:cs typeface="Lexend Exa"/>
                <a:sym typeface="Lexend Ex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Exa"/>
              <a:buNone/>
              <a:defRPr sz="3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Exa"/>
              <a:buNone/>
              <a:defRPr sz="3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Exa"/>
              <a:buNone/>
              <a:defRPr sz="3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Exa"/>
              <a:buNone/>
              <a:defRPr sz="3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Exa"/>
              <a:buNone/>
              <a:defRPr sz="3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Exa"/>
              <a:buNone/>
              <a:defRPr sz="3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Exa"/>
              <a:buNone/>
              <a:defRPr sz="3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exend Exa"/>
              <a:buNone/>
              <a:defRPr sz="3000" b="1" i="0" u="none" strike="noStrike" cap="none">
                <a:solidFill>
                  <a:schemeClr val="dk1"/>
                </a:solidFill>
                <a:latin typeface="Lexend Exa"/>
                <a:ea typeface="Lexend Exa"/>
                <a:cs typeface="Lexend Exa"/>
                <a:sym typeface="Lexend Exa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6" name="Google Shape;965;p34">
            <a:extLst>
              <a:ext uri="{FF2B5EF4-FFF2-40B4-BE49-F238E27FC236}">
                <a16:creationId xmlns:a16="http://schemas.microsoft.com/office/drawing/2014/main" id="{21AC32C0-E64B-3E6A-CB24-7D64AE3B718D}"/>
              </a:ext>
            </a:extLst>
          </p:cNvPr>
          <p:cNvSpPr txBox="1">
            <a:spLocks/>
          </p:cNvSpPr>
          <p:nvPr/>
        </p:nvSpPr>
        <p:spPr>
          <a:xfrm>
            <a:off x="3506384" y="3842595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aheim"/>
              <a:buNone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/>
            <a:r>
              <a:rPr lang="en-US" dirty="0"/>
              <a:t>Remember Again 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>
          <a:extLst>
            <a:ext uri="{FF2B5EF4-FFF2-40B4-BE49-F238E27FC236}">
              <a16:creationId xmlns:a16="http://schemas.microsoft.com/office/drawing/2014/main" id="{84A7DE20-65BB-9BB7-19C6-6DCD2DB21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36">
            <a:extLst>
              <a:ext uri="{FF2B5EF4-FFF2-40B4-BE49-F238E27FC236}">
                <a16:creationId xmlns:a16="http://schemas.microsoft.com/office/drawing/2014/main" id="{86CEA417-DFD9-CA7D-9043-15F7631319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4850" y="2030775"/>
            <a:ext cx="71943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Get Data</a:t>
            </a:r>
            <a:endParaRPr dirty="0"/>
          </a:p>
        </p:txBody>
      </p:sp>
      <p:sp>
        <p:nvSpPr>
          <p:cNvPr id="983" name="Google Shape;983;p36">
            <a:extLst>
              <a:ext uri="{FF2B5EF4-FFF2-40B4-BE49-F238E27FC236}">
                <a16:creationId xmlns:a16="http://schemas.microsoft.com/office/drawing/2014/main" id="{A98A3BBC-4040-6D2A-4DA0-55DAC70DDC4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566100" y="1116375"/>
            <a:ext cx="20118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 dirty="0"/>
          </a:p>
        </p:txBody>
      </p:sp>
      <p:sp>
        <p:nvSpPr>
          <p:cNvPr id="984" name="Google Shape;984;p36">
            <a:extLst>
              <a:ext uri="{FF2B5EF4-FFF2-40B4-BE49-F238E27FC236}">
                <a16:creationId xmlns:a16="http://schemas.microsoft.com/office/drawing/2014/main" id="{B08017A9-5970-6D90-80A6-DAA5D7A4DC82}"/>
              </a:ext>
            </a:extLst>
          </p:cNvPr>
          <p:cNvSpPr txBox="1"/>
          <p:nvPr/>
        </p:nvSpPr>
        <p:spPr>
          <a:xfrm>
            <a:off x="4572000" y="0"/>
            <a:ext cx="3852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How to start as a freelance // workshop // 2021</a:t>
            </a:r>
            <a:endParaRPr sz="1200" dirty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3" name="Picture 2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45598E67-8479-35C3-4601-1D50072A8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7" y="32511"/>
            <a:ext cx="449691" cy="4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1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37"/>
          <p:cNvSpPr txBox="1">
            <a:spLocks noGrp="1"/>
          </p:cNvSpPr>
          <p:nvPr>
            <p:ph type="title"/>
          </p:nvPr>
        </p:nvSpPr>
        <p:spPr>
          <a:xfrm>
            <a:off x="2341656" y="233050"/>
            <a:ext cx="4725188" cy="42444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dirty="0">
                <a:latin typeface="Anaheim" panose="020B0604020202020204" charset="0"/>
              </a:rPr>
              <a:t>How C</a:t>
            </a:r>
            <a:r>
              <a:rPr lang="en-US" dirty="0">
                <a:latin typeface="Anaheim" panose="020B0604020202020204" charset="0"/>
              </a:rPr>
              <a:t>a</a:t>
            </a:r>
            <a:r>
              <a:rPr lang="en" dirty="0">
                <a:latin typeface="Anaheim" panose="020B0604020202020204" charset="0"/>
              </a:rPr>
              <a:t>n Getting Data ?</a:t>
            </a:r>
            <a:endParaRPr dirty="0">
              <a:latin typeface="Anaheim" panose="020B060402020202020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D2F1D-AAF6-ADC5-AA74-112138AE6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867" y="657495"/>
            <a:ext cx="5731145" cy="1776671"/>
          </a:xfrm>
        </p:spPr>
        <p:txBody>
          <a:bodyPr/>
          <a:lstStyle/>
          <a:p>
            <a:pPr marL="177800" indent="0">
              <a:buNone/>
            </a:pPr>
            <a:r>
              <a:rPr lang="en-US" sz="1800" b="1" dirty="0">
                <a:latin typeface="Anaheim" panose="020B0604020202020204" charset="0"/>
              </a:rPr>
              <a:t>Data Sources Common :</a:t>
            </a:r>
          </a:p>
          <a:p>
            <a:r>
              <a:rPr lang="en-US" sz="1800" dirty="0">
                <a:latin typeface="Anaheim" panose="020B0604020202020204" charset="0"/>
              </a:rPr>
              <a:t>Excel with extensions : (xlsx , csv) </a:t>
            </a:r>
          </a:p>
          <a:p>
            <a:r>
              <a:rPr lang="en-US" sz="1800" dirty="0">
                <a:latin typeface="Anaheim" panose="020B0604020202020204" charset="0"/>
              </a:rPr>
              <a:t>Database </a:t>
            </a:r>
          </a:p>
          <a:p>
            <a:r>
              <a:rPr lang="en-US" sz="1800" dirty="0">
                <a:latin typeface="Anaheim" panose="020B0604020202020204" charset="0"/>
              </a:rPr>
              <a:t>Cloud</a:t>
            </a:r>
          </a:p>
          <a:p>
            <a:r>
              <a:rPr lang="en-US" sz="1800" dirty="0">
                <a:latin typeface="Anaheim" panose="020B0604020202020204" charset="0"/>
              </a:rPr>
              <a:t>Json , Txt</a:t>
            </a:r>
          </a:p>
          <a:p>
            <a:r>
              <a:rPr lang="en-US" sz="1800" dirty="0">
                <a:latin typeface="Anaheim" panose="020B0604020202020204" charset="0"/>
              </a:rPr>
              <a:t>web</a:t>
            </a:r>
          </a:p>
        </p:txBody>
      </p:sp>
      <p:pic>
        <p:nvPicPr>
          <p:cNvPr id="4" name="Picture 3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33DE0E34-8352-77E6-D55C-D260575CF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7" y="33867"/>
            <a:ext cx="449691" cy="4524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FBEDFA5-41AB-8CBA-0EA8-57E570FBBA60}"/>
              </a:ext>
            </a:extLst>
          </p:cNvPr>
          <p:cNvSpPr txBox="1">
            <a:spLocks/>
          </p:cNvSpPr>
          <p:nvPr/>
        </p:nvSpPr>
        <p:spPr>
          <a:xfrm>
            <a:off x="-90310" y="2562320"/>
            <a:ext cx="4109156" cy="452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177800" indent="0">
              <a:buNone/>
            </a:pPr>
            <a:r>
              <a:rPr lang="en-US" sz="2400" b="1" dirty="0">
                <a:latin typeface="Anaheim" panose="020B0604020202020204" charset="0"/>
                <a:ea typeface="Calibri" panose="020F0502020204030204" pitchFamily="34" charset="0"/>
                <a:cs typeface="Calibri" panose="020F0502020204030204" pitchFamily="34" charset="0"/>
              </a:rPr>
              <a:t>Notes About Datasets :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F3B5B7D-8CEF-7FBD-7177-07D4FE217F80}"/>
              </a:ext>
            </a:extLst>
          </p:cNvPr>
          <p:cNvSpPr txBox="1">
            <a:spLocks/>
          </p:cNvSpPr>
          <p:nvPr/>
        </p:nvSpPr>
        <p:spPr>
          <a:xfrm>
            <a:off x="-90310" y="2932841"/>
            <a:ext cx="5125156" cy="2080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Vodafone"/>
              </a:rPr>
              <a:t>If the data are big more than 1M Record then use CSV or Txt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Vodafone"/>
              </a:rPr>
              <a:t>If data more than this then use normal Excel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Vodafone"/>
              </a:rPr>
              <a:t>For connection with DB you Should be understand which Tables and which Size you will extract it from DB to PBI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Vodafone"/>
              </a:rPr>
              <a:t>Check Data Sources Setting for Change Permissions &amp; Export Connection File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>
          <a:extLst>
            <a:ext uri="{FF2B5EF4-FFF2-40B4-BE49-F238E27FC236}">
              <a16:creationId xmlns:a16="http://schemas.microsoft.com/office/drawing/2014/main" id="{1B9F25BC-933F-43AB-C7BF-110D63E56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36">
            <a:extLst>
              <a:ext uri="{FF2B5EF4-FFF2-40B4-BE49-F238E27FC236}">
                <a16:creationId xmlns:a16="http://schemas.microsoft.com/office/drawing/2014/main" id="{A58DE6A4-B6E3-69DE-D093-525E95EF90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63567" y="2030775"/>
            <a:ext cx="6853144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Data Cleaning</a:t>
            </a:r>
          </a:p>
        </p:txBody>
      </p:sp>
      <p:sp>
        <p:nvSpPr>
          <p:cNvPr id="983" name="Google Shape;983;p36">
            <a:extLst>
              <a:ext uri="{FF2B5EF4-FFF2-40B4-BE49-F238E27FC236}">
                <a16:creationId xmlns:a16="http://schemas.microsoft.com/office/drawing/2014/main" id="{9993C3F7-51DD-E002-A7DB-BC70037BDF7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566100" y="1116375"/>
            <a:ext cx="20118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sp>
        <p:nvSpPr>
          <p:cNvPr id="984" name="Google Shape;984;p36">
            <a:extLst>
              <a:ext uri="{FF2B5EF4-FFF2-40B4-BE49-F238E27FC236}">
                <a16:creationId xmlns:a16="http://schemas.microsoft.com/office/drawing/2014/main" id="{98631754-A06F-5191-1D9F-B0F9004AE11F}"/>
              </a:ext>
            </a:extLst>
          </p:cNvPr>
          <p:cNvSpPr txBox="1"/>
          <p:nvPr/>
        </p:nvSpPr>
        <p:spPr>
          <a:xfrm>
            <a:off x="4572000" y="0"/>
            <a:ext cx="3852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How to start as a freelance // workshop // 2021</a:t>
            </a:r>
            <a:endParaRPr sz="1200" dirty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2" name="Picture 1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22762092-DF75-9C05-279D-D981DC3F43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7" y="32511"/>
            <a:ext cx="449691" cy="4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61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39"/>
          <p:cNvSpPr txBox="1">
            <a:spLocks noGrp="1"/>
          </p:cNvSpPr>
          <p:nvPr>
            <p:ph type="title" idx="6"/>
          </p:nvPr>
        </p:nvSpPr>
        <p:spPr>
          <a:xfrm>
            <a:off x="787509" y="350902"/>
            <a:ext cx="77040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dirty="0"/>
              <a:t>Data Cleaning Process</a:t>
            </a:r>
            <a:endParaRPr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C741A486-F863-79C9-3F12-58951485198B}"/>
              </a:ext>
            </a:extLst>
          </p:cNvPr>
          <p:cNvSpPr txBox="1">
            <a:spLocks/>
          </p:cNvSpPr>
          <p:nvPr/>
        </p:nvSpPr>
        <p:spPr>
          <a:xfrm>
            <a:off x="80906" y="736194"/>
            <a:ext cx="5147733" cy="405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177800" indent="0">
              <a:lnSpc>
                <a:spcPct val="150000"/>
              </a:lnSpc>
              <a:buNone/>
            </a:pPr>
            <a:r>
              <a:rPr lang="en-US" sz="1800" dirty="0">
                <a:solidFill>
                  <a:schemeClr val="tx1"/>
                </a:solidFill>
                <a:latin typeface="Vodafone"/>
              </a:rPr>
              <a:t>1- Load data into Power Query Then :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Vodafone"/>
              </a:rPr>
              <a:t>Add new Columns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Vodafone"/>
              </a:rPr>
              <a:t>Aggregation Tables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Vodafone"/>
              </a:rPr>
              <a:t>Append &amp; Merge Query</a:t>
            </a:r>
          </a:p>
          <a:p>
            <a:pPr marL="17780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Vodafone"/>
              </a:rPr>
              <a:t>2- Learn how to Improve Query !</a:t>
            </a:r>
          </a:p>
          <a:p>
            <a:pPr marL="177800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Vodafone"/>
              </a:rPr>
              <a:t>           1. Order Steps in Applied Steps Based on : 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Vodafone"/>
              </a:rPr>
              <a:t>Filters , Remove , Replace , Aggregations , Add New Columns </a:t>
            </a:r>
          </a:p>
          <a:p>
            <a:pPr marL="635000" lvl="1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Vodafone"/>
              </a:rPr>
              <a:t>2. Reduce Number of Columns as Possible </a:t>
            </a:r>
          </a:p>
          <a:p>
            <a:pPr marL="635000" lvl="1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Vodafone"/>
              </a:rPr>
              <a:t>3. Make Aggregation Tables if you can will make Model more Efficiency</a:t>
            </a:r>
          </a:p>
          <a:p>
            <a:pPr marL="635000" lvl="1" indent="0">
              <a:lnSpc>
                <a:spcPct val="150000"/>
              </a:lnSpc>
              <a:buNone/>
            </a:pPr>
            <a:r>
              <a:rPr lang="en-US" dirty="0">
                <a:solidFill>
                  <a:schemeClr val="tx1"/>
                </a:solidFill>
                <a:latin typeface="Vodafone"/>
              </a:rPr>
              <a:t>4.  Avoid Any types and Change to Unique Datatype</a:t>
            </a:r>
          </a:p>
        </p:txBody>
      </p:sp>
      <p:pic>
        <p:nvPicPr>
          <p:cNvPr id="18" name="Picture 17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414951AA-85A9-603F-3D65-63A5C322F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7" y="4657233"/>
            <a:ext cx="449691" cy="452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C9D14-86B7-0801-5E4B-83F2FE9898F3}"/>
              </a:ext>
            </a:extLst>
          </p:cNvPr>
          <p:cNvSpPr txBox="1">
            <a:spLocks/>
          </p:cNvSpPr>
          <p:nvPr/>
        </p:nvSpPr>
        <p:spPr>
          <a:xfrm>
            <a:off x="5023556" y="3674110"/>
            <a:ext cx="3883377" cy="1034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177800" indent="0">
              <a:buNone/>
            </a:pPr>
            <a:r>
              <a:rPr lang="en-US" sz="1600" dirty="0">
                <a:latin typeface="Vodafone"/>
              </a:rPr>
              <a:t>5. High-cardinality columns kill performance like : IDs ,Times , Free Text , Remove it if you not used</a:t>
            </a:r>
          </a:p>
          <a:p>
            <a:endParaRPr lang="en-US" sz="1600" dirty="0">
              <a:latin typeface="Vodafone"/>
            </a:endParaRPr>
          </a:p>
          <a:p>
            <a:pPr marL="177800" indent="0">
              <a:buNone/>
            </a:pPr>
            <a:r>
              <a:rPr lang="en-US" sz="1600" dirty="0"/>
              <a:t>6. Avoid Sorting Unless Required</a:t>
            </a:r>
          </a:p>
          <a:p>
            <a:endParaRPr lang="en-US" sz="1600" dirty="0">
              <a:latin typeface="Vodafon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753230-3A78-C3DB-0D7D-FBD369A1B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8639" y="350902"/>
            <a:ext cx="3597387" cy="34106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>
          <a:extLst>
            <a:ext uri="{FF2B5EF4-FFF2-40B4-BE49-F238E27FC236}">
              <a16:creationId xmlns:a16="http://schemas.microsoft.com/office/drawing/2014/main" id="{8388CCA0-ACEB-7AD2-795E-37F7405D0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36">
            <a:extLst>
              <a:ext uri="{FF2B5EF4-FFF2-40B4-BE49-F238E27FC236}">
                <a16:creationId xmlns:a16="http://schemas.microsoft.com/office/drawing/2014/main" id="{4CF98EE3-D3E7-0D4F-E266-B6EC8AC47C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4139" y="2030775"/>
            <a:ext cx="7061594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4000" dirty="0"/>
              <a:t>Data Modeling</a:t>
            </a:r>
          </a:p>
        </p:txBody>
      </p:sp>
      <p:sp>
        <p:nvSpPr>
          <p:cNvPr id="983" name="Google Shape;983;p36">
            <a:extLst>
              <a:ext uri="{FF2B5EF4-FFF2-40B4-BE49-F238E27FC236}">
                <a16:creationId xmlns:a16="http://schemas.microsoft.com/office/drawing/2014/main" id="{D3DB4724-EDCB-58CC-5087-97983363B41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566100" y="1116375"/>
            <a:ext cx="20118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sp>
        <p:nvSpPr>
          <p:cNvPr id="984" name="Google Shape;984;p36">
            <a:extLst>
              <a:ext uri="{FF2B5EF4-FFF2-40B4-BE49-F238E27FC236}">
                <a16:creationId xmlns:a16="http://schemas.microsoft.com/office/drawing/2014/main" id="{E0049AC5-A61E-6897-72C4-AE560C347247}"/>
              </a:ext>
            </a:extLst>
          </p:cNvPr>
          <p:cNvSpPr txBox="1"/>
          <p:nvPr/>
        </p:nvSpPr>
        <p:spPr>
          <a:xfrm>
            <a:off x="4572000" y="0"/>
            <a:ext cx="3852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How to start as a freelance // workshop // 2021</a:t>
            </a:r>
            <a:endParaRPr sz="1200" dirty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2" name="Picture 1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D7AAD26E-7E05-A9AB-3C47-02401FC7C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7" y="32511"/>
            <a:ext cx="449691" cy="4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87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>
          <a:extLst>
            <a:ext uri="{FF2B5EF4-FFF2-40B4-BE49-F238E27FC236}">
              <a16:creationId xmlns:a16="http://schemas.microsoft.com/office/drawing/2014/main" id="{07601ABC-4F1C-BC26-DC38-E12E76322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39">
            <a:extLst>
              <a:ext uri="{FF2B5EF4-FFF2-40B4-BE49-F238E27FC236}">
                <a16:creationId xmlns:a16="http://schemas.microsoft.com/office/drawing/2014/main" id="{567CCE72-08BB-6E6A-824C-56A6557B5B32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821375" y="353401"/>
            <a:ext cx="77040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800" dirty="0"/>
              <a:t>Data Modeling : </a:t>
            </a:r>
            <a:r>
              <a:rPr lang="en-US" sz="2800" dirty="0">
                <a:solidFill>
                  <a:schemeClr val="tx1"/>
                </a:solidFill>
                <a:latin typeface="Vodafone"/>
              </a:rPr>
              <a:t>What are NF Formats ?</a:t>
            </a:r>
            <a:endParaRPr dirty="0"/>
          </a:p>
        </p:txBody>
      </p:sp>
      <p:pic>
        <p:nvPicPr>
          <p:cNvPr id="12" name="Picture 11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07598407-6D7C-D4E1-9FBF-7F707426F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153" y="48178"/>
            <a:ext cx="449691" cy="452400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12315C8-3D53-36EA-3D98-C9CE1C702B25}"/>
              </a:ext>
            </a:extLst>
          </p:cNvPr>
          <p:cNvSpPr txBox="1">
            <a:spLocks/>
          </p:cNvSpPr>
          <p:nvPr/>
        </p:nvSpPr>
        <p:spPr>
          <a:xfrm>
            <a:off x="0" y="948578"/>
            <a:ext cx="689316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177800" indent="0">
              <a:buNone/>
            </a:pPr>
            <a:r>
              <a:rPr lang="en-US" sz="2000" b="1" dirty="0"/>
              <a:t>How to Improve Table Structure (Normalization Basics) :</a:t>
            </a:r>
            <a:endParaRPr lang="en-US" sz="2000" b="1" dirty="0">
              <a:solidFill>
                <a:schemeClr val="tx1"/>
              </a:solidFill>
              <a:latin typeface="Vodafone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2AC1C-FD53-63D4-452E-2C4F51242545}"/>
              </a:ext>
            </a:extLst>
          </p:cNvPr>
          <p:cNvSpPr txBox="1">
            <a:spLocks/>
          </p:cNvSpPr>
          <p:nvPr/>
        </p:nvSpPr>
        <p:spPr>
          <a:xfrm>
            <a:off x="181118" y="1405778"/>
            <a:ext cx="7704000" cy="3224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Vodafone"/>
              </a:rPr>
              <a:t>Normal Forms : a way use to optimize your Model &amp; Before Choose your Schema Type you should make your model ready in Power query First 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Vodafone"/>
              </a:rPr>
              <a:t>So What are Rules of Normal Forms  :</a:t>
            </a:r>
          </a:p>
          <a:p>
            <a:pPr lvl="1"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Vodafone"/>
              </a:rPr>
              <a:t>1NF : </a:t>
            </a:r>
            <a:r>
              <a:rPr lang="en-US" sz="1800" dirty="0"/>
              <a:t>Each column should contain only one value.</a:t>
            </a:r>
          </a:p>
          <a:p>
            <a:pPr lvl="1"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Vodafone"/>
              </a:rPr>
              <a:t>2NF : means like 1NF + you will Make Tables for other Columns if you can </a:t>
            </a:r>
          </a:p>
          <a:p>
            <a:pPr lvl="1" algn="just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  <a:latin typeface="Vodafone"/>
              </a:rPr>
              <a:t>3NF : </a:t>
            </a:r>
            <a:r>
              <a:rPr lang="en-US" sz="1800" dirty="0"/>
              <a:t>Check columns that do not depend on the main ID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2310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>
          <a:extLst>
            <a:ext uri="{FF2B5EF4-FFF2-40B4-BE49-F238E27FC236}">
              <a16:creationId xmlns:a16="http://schemas.microsoft.com/office/drawing/2014/main" id="{4302C414-1ABE-0E6F-2DAF-AA2D48710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39">
            <a:extLst>
              <a:ext uri="{FF2B5EF4-FFF2-40B4-BE49-F238E27FC236}">
                <a16:creationId xmlns:a16="http://schemas.microsoft.com/office/drawing/2014/main" id="{DB26355F-DF69-A0D5-AF97-B1B5E5B6D40B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821375" y="353401"/>
            <a:ext cx="7704000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800" dirty="0"/>
              <a:t>Data Modeling : </a:t>
            </a:r>
            <a:r>
              <a:rPr lang="en-US" sz="2800" dirty="0">
                <a:solidFill>
                  <a:schemeClr val="tx1"/>
                </a:solidFill>
                <a:latin typeface="Vodafone"/>
              </a:rPr>
              <a:t>How can Make Model ?</a:t>
            </a:r>
            <a:endParaRPr dirty="0"/>
          </a:p>
        </p:txBody>
      </p:sp>
      <p:pic>
        <p:nvPicPr>
          <p:cNvPr id="12" name="Picture 11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BBD6FBD2-D429-752E-16C2-408144E05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9153" y="48178"/>
            <a:ext cx="449691" cy="452400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F32EB14-0923-008B-4B22-7900AD8B5716}"/>
              </a:ext>
            </a:extLst>
          </p:cNvPr>
          <p:cNvSpPr txBox="1">
            <a:spLocks/>
          </p:cNvSpPr>
          <p:nvPr/>
        </p:nvSpPr>
        <p:spPr>
          <a:xfrm>
            <a:off x="0" y="944535"/>
            <a:ext cx="349955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17780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Vodafone"/>
              </a:rPr>
              <a:t>Schema Types : 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07EAE-FCB5-672D-0083-D1B08638C6B1}"/>
              </a:ext>
            </a:extLst>
          </p:cNvPr>
          <p:cNvSpPr txBox="1">
            <a:spLocks/>
          </p:cNvSpPr>
          <p:nvPr/>
        </p:nvSpPr>
        <p:spPr>
          <a:xfrm>
            <a:off x="0" y="1277557"/>
            <a:ext cx="6310489" cy="1493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Vodafone"/>
              </a:rPr>
              <a:t>The Way that you follow it to build or draw your Model Structure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tx1"/>
                </a:solidFill>
                <a:latin typeface="Vodafone"/>
              </a:rPr>
              <a:t>Types : 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Vodafone"/>
              </a:rPr>
              <a:t>Star Schema : </a:t>
            </a:r>
            <a:r>
              <a:rPr lang="en-US" dirty="0">
                <a:solidFill>
                  <a:schemeClr val="tx1"/>
                </a:solidFill>
                <a:latin typeface="Vodafone"/>
              </a:rPr>
              <a:t>that have 1 Fact Table And Multiple Dimension tables 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Vodafone"/>
              </a:rPr>
              <a:t>Snowflake Schema : </a:t>
            </a:r>
            <a:r>
              <a:rPr lang="en-US" dirty="0">
                <a:solidFill>
                  <a:schemeClr val="tx1"/>
                </a:solidFill>
                <a:latin typeface="Vodafone"/>
              </a:rPr>
              <a:t>that have Multiple Fact &amp; Dimension Tables 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FC751EA-7DF2-3F46-41A7-EC4CD79357EA}"/>
              </a:ext>
            </a:extLst>
          </p:cNvPr>
          <p:cNvSpPr txBox="1">
            <a:spLocks/>
          </p:cNvSpPr>
          <p:nvPr/>
        </p:nvSpPr>
        <p:spPr>
          <a:xfrm>
            <a:off x="0" y="2771422"/>
            <a:ext cx="5350934" cy="1493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tx1"/>
                </a:solidFill>
                <a:latin typeface="Vodafone"/>
              </a:rPr>
              <a:t>Which One are the Best for building your Model ?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Vodafone"/>
              </a:rPr>
              <a:t>In Most Cases Star Schema are the best and more efficiency but if your company need you to work on Snowflake Schema so you should be ready 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8FAE06-3CC0-1B1A-22CD-09CE0241C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779" y="2123257"/>
            <a:ext cx="2972065" cy="2972065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30E0E1C-6DB2-833A-3C5F-77C01FB9F0E9}"/>
              </a:ext>
            </a:extLst>
          </p:cNvPr>
          <p:cNvSpPr txBox="1">
            <a:spLocks/>
          </p:cNvSpPr>
          <p:nvPr/>
        </p:nvSpPr>
        <p:spPr>
          <a:xfrm>
            <a:off x="-45155" y="4370799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17780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Vodafone"/>
              </a:rPr>
              <a:t>Imports Mode In PBI : Import , Direct Query  , Dual </a:t>
            </a:r>
          </a:p>
        </p:txBody>
      </p:sp>
    </p:spTree>
    <p:extLst>
      <p:ext uri="{BB962C8B-B14F-4D97-AF65-F5344CB8AC3E}">
        <p14:creationId xmlns:p14="http://schemas.microsoft.com/office/powerpoint/2010/main" val="132578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>
          <a:extLst>
            <a:ext uri="{FF2B5EF4-FFF2-40B4-BE49-F238E27FC236}">
              <a16:creationId xmlns:a16="http://schemas.microsoft.com/office/drawing/2014/main" id="{3E17A6ED-B62D-54F0-29E7-CA692BDA2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36">
            <a:extLst>
              <a:ext uri="{FF2B5EF4-FFF2-40B4-BE49-F238E27FC236}">
                <a16:creationId xmlns:a16="http://schemas.microsoft.com/office/drawing/2014/main" id="{D9438C8B-DB3C-63DE-4330-0EE5F4D96D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4850" y="2030775"/>
            <a:ext cx="71943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Important Tips</a:t>
            </a:r>
            <a:endParaRPr dirty="0"/>
          </a:p>
        </p:txBody>
      </p:sp>
      <p:sp>
        <p:nvSpPr>
          <p:cNvPr id="983" name="Google Shape;983;p36">
            <a:extLst>
              <a:ext uri="{FF2B5EF4-FFF2-40B4-BE49-F238E27FC236}">
                <a16:creationId xmlns:a16="http://schemas.microsoft.com/office/drawing/2014/main" id="{29E78057-D13D-0A82-7E54-A53D7266D4A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566100" y="1116375"/>
            <a:ext cx="20118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7723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>
          <a:extLst>
            <a:ext uri="{FF2B5EF4-FFF2-40B4-BE49-F238E27FC236}">
              <a16:creationId xmlns:a16="http://schemas.microsoft.com/office/drawing/2014/main" id="{86868AFC-0B45-5363-F871-DC88415A5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39">
            <a:extLst>
              <a:ext uri="{FF2B5EF4-FFF2-40B4-BE49-F238E27FC236}">
                <a16:creationId xmlns:a16="http://schemas.microsoft.com/office/drawing/2014/main" id="{3131ED9A-629D-352F-53CA-1B554F210FD1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87509" y="350902"/>
            <a:ext cx="3784491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dirty="0"/>
              <a:t>Important Tips :</a:t>
            </a:r>
            <a:endParaRPr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E5977D3-3648-F019-9EF3-0D8A798E6725}"/>
              </a:ext>
            </a:extLst>
          </p:cNvPr>
          <p:cNvSpPr txBox="1">
            <a:spLocks/>
          </p:cNvSpPr>
          <p:nvPr/>
        </p:nvSpPr>
        <p:spPr>
          <a:xfrm>
            <a:off x="-124179" y="913853"/>
            <a:ext cx="4323644" cy="427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17780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Vodafone"/>
              </a:rPr>
              <a:t>What Should you know About PBI ?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31A92C6-46EC-3F1F-FFE9-245929096682}"/>
              </a:ext>
            </a:extLst>
          </p:cNvPr>
          <p:cNvSpPr txBox="1">
            <a:spLocks/>
          </p:cNvSpPr>
          <p:nvPr/>
        </p:nvSpPr>
        <p:spPr>
          <a:xfrm>
            <a:off x="0" y="1253067"/>
            <a:ext cx="7811912" cy="3539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17780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Vodafone"/>
              </a:rPr>
              <a:t>1- You Should be Good Designer !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Vodafone"/>
              </a:rPr>
              <a:t>Check these websites : </a:t>
            </a:r>
            <a:r>
              <a:rPr lang="en-US" sz="1600" dirty="0" err="1">
                <a:solidFill>
                  <a:schemeClr val="tx1"/>
                </a:solidFill>
                <a:latin typeface="Vodafone"/>
              </a:rPr>
              <a:t>Novypro</a:t>
            </a:r>
            <a:r>
              <a:rPr lang="en-US" sz="1600" dirty="0">
                <a:solidFill>
                  <a:schemeClr val="tx1"/>
                </a:solidFill>
                <a:latin typeface="Vodafone"/>
              </a:rPr>
              <a:t> , Figma</a:t>
            </a:r>
          </a:p>
          <a:p>
            <a:pPr marL="177800" indent="0">
              <a:lnSpc>
                <a:spcPct val="150000"/>
              </a:lnSpc>
              <a:buNone/>
            </a:pPr>
            <a:endParaRPr lang="en-US" sz="1600" dirty="0">
              <a:solidFill>
                <a:schemeClr val="tx1"/>
              </a:solidFill>
              <a:latin typeface="Vodafone"/>
            </a:endParaRPr>
          </a:p>
          <a:p>
            <a:pPr marL="17780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Vodafone"/>
              </a:rPr>
              <a:t>2- you Should Understand Charts Well </a:t>
            </a:r>
          </a:p>
          <a:p>
            <a:r>
              <a:rPr lang="en-US" sz="1600" dirty="0">
                <a:solidFill>
                  <a:schemeClr val="tx1"/>
                </a:solidFill>
                <a:latin typeface="Vodafone"/>
              </a:rPr>
              <a:t>Please Comeback to Old sessions !</a:t>
            </a:r>
          </a:p>
          <a:p>
            <a:r>
              <a:rPr lang="en-US" sz="1600" dirty="0">
                <a:solidFill>
                  <a:schemeClr val="tx1"/>
                </a:solidFill>
                <a:latin typeface="Vodafone"/>
              </a:rPr>
              <a:t>Check this Website for more information : </a:t>
            </a:r>
          </a:p>
          <a:p>
            <a:pPr marL="177800" indent="0">
              <a:buNone/>
            </a:pPr>
            <a:r>
              <a:rPr lang="en-US" sz="1600" dirty="0">
                <a:solidFill>
                  <a:schemeClr val="tx1"/>
                </a:solidFill>
                <a:latin typeface="Vodafone"/>
                <a:hlinkClick r:id="rId3"/>
              </a:rPr>
              <a:t>https://www.catchr.io/post/power-bi-charts-visualizations</a:t>
            </a:r>
            <a:endParaRPr lang="en-US" sz="1600" dirty="0">
              <a:solidFill>
                <a:schemeClr val="tx1"/>
              </a:solidFill>
              <a:latin typeface="Vodafone"/>
            </a:endParaRPr>
          </a:p>
          <a:p>
            <a:pPr marL="177800" indent="0">
              <a:buNone/>
            </a:pPr>
            <a:endParaRPr lang="en-US" sz="1600" dirty="0">
              <a:solidFill>
                <a:schemeClr val="tx1"/>
              </a:solidFill>
              <a:latin typeface="Vodafone"/>
            </a:endParaRPr>
          </a:p>
          <a:p>
            <a:pPr marL="17780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Vodafone"/>
              </a:rPr>
              <a:t>3- You Should Think as Analyst &amp; Know Who your Audience &amp; your Problems : </a:t>
            </a:r>
          </a:p>
          <a:p>
            <a:r>
              <a:rPr lang="en-US" sz="1800" dirty="0">
                <a:solidFill>
                  <a:schemeClr val="tx1"/>
                </a:solidFill>
                <a:latin typeface="Vodafone"/>
              </a:rPr>
              <a:t> </a:t>
            </a:r>
            <a:r>
              <a:rPr lang="en-US" sz="1600" b="1" dirty="0">
                <a:solidFill>
                  <a:schemeClr val="tx1"/>
                </a:solidFill>
                <a:latin typeface="Vodafone"/>
              </a:rPr>
              <a:t>Check this Books :- </a:t>
            </a:r>
            <a:r>
              <a:rPr lang="en-US" sz="1600" dirty="0"/>
              <a:t>Storytelling with Data: A Data Visualization Guide for Business Professionals – </a:t>
            </a:r>
            <a:r>
              <a:rPr lang="en-US" sz="1600" i="1" dirty="0"/>
              <a:t>Cole Nussbaumer </a:t>
            </a:r>
            <a:r>
              <a:rPr lang="en-US" sz="1600" i="1" dirty="0" err="1"/>
              <a:t>Knaflic</a:t>
            </a:r>
            <a:endParaRPr lang="en-US" sz="1800" dirty="0">
              <a:solidFill>
                <a:schemeClr val="tx1"/>
              </a:solidFill>
              <a:latin typeface="Vodafone"/>
            </a:endParaRPr>
          </a:p>
        </p:txBody>
      </p:sp>
      <p:pic>
        <p:nvPicPr>
          <p:cNvPr id="18" name="Picture 17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6CCEA2CF-C44A-39F8-ABA0-2C40ED087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0442" y="33867"/>
            <a:ext cx="449691" cy="452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98B565-3A8C-1A90-28F0-CA5ADF0ECA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1543" y="350902"/>
            <a:ext cx="3784491" cy="371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9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0">
          <a:extLst>
            <a:ext uri="{FF2B5EF4-FFF2-40B4-BE49-F238E27FC236}">
              <a16:creationId xmlns:a16="http://schemas.microsoft.com/office/drawing/2014/main" id="{51CED331-4224-BA93-20B4-7F238A99D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36">
            <a:extLst>
              <a:ext uri="{FF2B5EF4-FFF2-40B4-BE49-F238E27FC236}">
                <a16:creationId xmlns:a16="http://schemas.microsoft.com/office/drawing/2014/main" id="{CE1D5444-5BC7-DE39-530A-AAC9C9B55E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4850" y="2030775"/>
            <a:ext cx="71943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Assignment 1</a:t>
            </a:r>
            <a:endParaRPr dirty="0"/>
          </a:p>
        </p:txBody>
      </p:sp>
      <p:sp>
        <p:nvSpPr>
          <p:cNvPr id="983" name="Google Shape;983;p36">
            <a:extLst>
              <a:ext uri="{FF2B5EF4-FFF2-40B4-BE49-F238E27FC236}">
                <a16:creationId xmlns:a16="http://schemas.microsoft.com/office/drawing/2014/main" id="{0E93E4AC-7A5B-1A9C-8928-3F1F8A9D509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566100" y="1116375"/>
            <a:ext cx="20118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1424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8">
          <a:extLst>
            <a:ext uri="{FF2B5EF4-FFF2-40B4-BE49-F238E27FC236}">
              <a16:creationId xmlns:a16="http://schemas.microsoft.com/office/drawing/2014/main" id="{50BD5164-1168-0E2B-9422-201CB0DE5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39">
            <a:extLst>
              <a:ext uri="{FF2B5EF4-FFF2-40B4-BE49-F238E27FC236}">
                <a16:creationId xmlns:a16="http://schemas.microsoft.com/office/drawing/2014/main" id="{E7C59FBB-483B-3242-02DC-05D22BA9CEC2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87509" y="350902"/>
            <a:ext cx="3784491" cy="45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dirty="0"/>
              <a:t>Assignment 1 :</a:t>
            </a:r>
            <a:endParaRPr dirty="0"/>
          </a:p>
        </p:txBody>
      </p:sp>
      <p:pic>
        <p:nvPicPr>
          <p:cNvPr id="18" name="Picture 17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483BCB35-A171-335A-5578-BA790A916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442" y="33867"/>
            <a:ext cx="449691" cy="452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5456E6-CD9B-54EA-2DAB-02F73D4681DD}"/>
              </a:ext>
            </a:extLst>
          </p:cNvPr>
          <p:cNvSpPr txBox="1"/>
          <p:nvPr/>
        </p:nvSpPr>
        <p:spPr>
          <a:xfrm>
            <a:off x="451556" y="858902"/>
            <a:ext cx="833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Vodafone"/>
              </a:rPr>
              <a:t>Load this data From Kaggle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Vodafone"/>
              </a:rPr>
              <a:t> https://www.kaggle.com/datasets/anandshaw2001/amazon-sales-dataset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4457AD-22FA-6650-E2E4-70E0A8ABE780}"/>
              </a:ext>
            </a:extLst>
          </p:cNvPr>
          <p:cNvSpPr txBox="1"/>
          <p:nvPr/>
        </p:nvSpPr>
        <p:spPr>
          <a:xfrm>
            <a:off x="451556" y="1556033"/>
            <a:ext cx="8331200" cy="217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Vodafone"/>
              </a:rPr>
              <a:t>What do you Will do ?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Vodafone"/>
              </a:rPr>
              <a:t>1- Load data into Power Query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Vodafone"/>
              </a:rPr>
              <a:t>2- Clean data first and make sure it’s Fine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Vodafone"/>
              </a:rPr>
              <a:t>3- Apply NF Rules on this data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Vodafone"/>
              </a:rPr>
              <a:t>4- Make sure you will follow the Rules of Improving Steps in Power query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Vodafone"/>
              </a:rPr>
              <a:t>5- After that Load data into Model View !</a:t>
            </a:r>
            <a:endParaRPr lang="en-US" dirty="0">
              <a:solidFill>
                <a:schemeClr val="tx1"/>
              </a:solidFill>
              <a:latin typeface="Vodafon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34C1D7-F511-B85C-E7B3-837A5A40AE55}"/>
              </a:ext>
            </a:extLst>
          </p:cNvPr>
          <p:cNvSpPr txBox="1"/>
          <p:nvPr/>
        </p:nvSpPr>
        <p:spPr>
          <a:xfrm>
            <a:off x="329242" y="3733809"/>
            <a:ext cx="8331200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1"/>
                </a:solidFill>
                <a:latin typeface="Vodafone"/>
              </a:rPr>
              <a:t>After Finished Please Save with your Name and upload the file On this Folder !  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Vodafone"/>
              </a:rPr>
              <a:t>https://drive.google.com/drive/folders/1V7ziCyIYQzjIDPNLwNVIHsIZuDTE9AHC</a:t>
            </a:r>
          </a:p>
        </p:txBody>
      </p:sp>
    </p:spTree>
    <p:extLst>
      <p:ext uri="{BB962C8B-B14F-4D97-AF65-F5344CB8AC3E}">
        <p14:creationId xmlns:p14="http://schemas.microsoft.com/office/powerpoint/2010/main" val="2592935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55"/>
          <p:cNvSpPr txBox="1">
            <a:spLocks noGrp="1"/>
          </p:cNvSpPr>
          <p:nvPr>
            <p:ph type="ctrTitle"/>
          </p:nvPr>
        </p:nvSpPr>
        <p:spPr>
          <a:xfrm>
            <a:off x="2108250" y="1300164"/>
            <a:ext cx="49272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1404" name="Google Shape;1404;p55"/>
          <p:cNvSpPr txBox="1">
            <a:spLocks noGrp="1"/>
          </p:cNvSpPr>
          <p:nvPr>
            <p:ph type="subTitle" idx="1"/>
          </p:nvPr>
        </p:nvSpPr>
        <p:spPr>
          <a:xfrm>
            <a:off x="2425050" y="2297965"/>
            <a:ext cx="4293900" cy="7048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b="1" dirty="0">
                <a:solidFill>
                  <a:schemeClr val="lt1"/>
                </a:solidFill>
              </a:rPr>
              <a:t>Do you have any questions?</a:t>
            </a:r>
            <a:endParaRPr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w to Start as a Freelance Workshop by Slidesgo">
  <a:themeElements>
    <a:clrScheme name="Simple Light">
      <a:dk1>
        <a:srgbClr val="FFFFFF"/>
      </a:dk1>
      <a:lt1>
        <a:srgbClr val="707070"/>
      </a:lt1>
      <a:dk2>
        <a:srgbClr val="191919"/>
      </a:dk2>
      <a:lt2>
        <a:srgbClr val="17574D"/>
      </a:lt2>
      <a:accent1>
        <a:srgbClr val="A4EB36"/>
      </a:accent1>
      <a:accent2>
        <a:srgbClr val="3C3F98"/>
      </a:accent2>
      <a:accent3>
        <a:srgbClr val="4ADCEF"/>
      </a:accent3>
      <a:accent4>
        <a:srgbClr val="B61E17"/>
      </a:accent4>
      <a:accent5>
        <a:srgbClr val="F8C01A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</TotalTime>
  <Words>699</Words>
  <Application>Microsoft Office PowerPoint</Application>
  <PresentationFormat>On-screen Show (16:9)</PresentationFormat>
  <Paragraphs>99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Open Sans</vt:lpstr>
      <vt:lpstr>Anaheim</vt:lpstr>
      <vt:lpstr>Vodafone</vt:lpstr>
      <vt:lpstr>Arial</vt:lpstr>
      <vt:lpstr>Lexend Exa</vt:lpstr>
      <vt:lpstr>How to Start as a Freelance Workshop by Slidesgo</vt:lpstr>
      <vt:lpstr>Data Analyst  Diploma</vt:lpstr>
      <vt:lpstr>Get Data</vt:lpstr>
      <vt:lpstr>Get Data</vt:lpstr>
      <vt:lpstr>How Can Getting Data ?</vt:lpstr>
      <vt:lpstr>Data Cleaning</vt:lpstr>
      <vt:lpstr>Data Cleaning Process</vt:lpstr>
      <vt:lpstr>Data Modeling</vt:lpstr>
      <vt:lpstr>Data Modeling : What are NF Formats ?</vt:lpstr>
      <vt:lpstr>Data Modeling : How can Make Model ?</vt:lpstr>
      <vt:lpstr>Important Tips</vt:lpstr>
      <vt:lpstr>Important Tips :</vt:lpstr>
      <vt:lpstr>Assignment 1</vt:lpstr>
      <vt:lpstr>Assignment 1 :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Mohamed Saad</dc:creator>
  <cp:lastModifiedBy>Mohamed Ahmed Ali</cp:lastModifiedBy>
  <cp:revision>28</cp:revision>
  <dcterms:modified xsi:type="dcterms:W3CDTF">2026-01-09T19:53:37Z</dcterms:modified>
</cp:coreProperties>
</file>